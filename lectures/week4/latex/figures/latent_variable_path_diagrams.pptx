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22"/>
  </p:notesMasterIdLst>
  <p:sldIdLst>
    <p:sldId id="256" r:id="rId12"/>
    <p:sldId id="257" r:id="rId13"/>
    <p:sldId id="258" r:id="rId14"/>
    <p:sldId id="259" r:id="rId15"/>
    <p:sldId id="261" r:id="rId16"/>
    <p:sldId id="262" r:id="rId17"/>
    <p:sldId id="265" r:id="rId18"/>
    <p:sldId id="260" r:id="rId19"/>
    <p:sldId id="264" r:id="rId20"/>
    <p:sldId id="263" r:id="rId2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4T08:18:18.14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21,'4'0,"5"-4,4-1,5 0,3 2,-3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4T08:20:15.35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4T08:20:07.864"/>
    </inkml:context>
    <inkml:brush xml:id="br0">
      <inkml:brushProperty name="width" value="0.10583" units="cm"/>
      <inkml:brushProperty name="height" value="0.1058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4T08:18:18.14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21,'4'0,"5"-4,4-1,5 0,3 2,-3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4T08:20:15.35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4T08:20:07.864"/>
    </inkml:context>
    <inkml:brush xml:id="br0">
      <inkml:brushProperty name="width" value="0.10583" units="cm"/>
      <inkml:brushProperty name="height" value="0.1058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DK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DK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2F28114-60F6-4E8C-8A1E-7AB981184399}" type="slidenum"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DK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DK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DE3563-9E7E-431B-B20A-6D97ECB6F5D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DK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9B9F42-066A-431D-8FCF-E09D4D611AE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DK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8F6B00-EB08-42BD-94A6-317331421A8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8352-0A79-3B18-5653-3A2CA0D3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>
            <a:extLst>
              <a:ext uri="{FF2B5EF4-FFF2-40B4-BE49-F238E27FC236}">
                <a16:creationId xmlns:a16="http://schemas.microsoft.com/office/drawing/2014/main" id="{BD168C97-5BF1-4060-2563-219D39DB2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>
            <a:extLst>
              <a:ext uri="{FF2B5EF4-FFF2-40B4-BE49-F238E27FC236}">
                <a16:creationId xmlns:a16="http://schemas.microsoft.com/office/drawing/2014/main" id="{117B3D7F-4977-8F97-E208-126EB7092E2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DK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>
            <a:extLst>
              <a:ext uri="{FF2B5EF4-FFF2-40B4-BE49-F238E27FC236}">
                <a16:creationId xmlns:a16="http://schemas.microsoft.com/office/drawing/2014/main" id="{6EBC04AF-2792-A851-A7AF-BAE347F621F1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8F6B00-EB08-42BD-94A6-317331421A8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9212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9B41-5ACE-E472-1AF6-71C251144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>
            <a:extLst>
              <a:ext uri="{FF2B5EF4-FFF2-40B4-BE49-F238E27FC236}">
                <a16:creationId xmlns:a16="http://schemas.microsoft.com/office/drawing/2014/main" id="{92F71FE6-2EF3-5901-41A3-A93F0BBB5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>
            <a:extLst>
              <a:ext uri="{FF2B5EF4-FFF2-40B4-BE49-F238E27FC236}">
                <a16:creationId xmlns:a16="http://schemas.microsoft.com/office/drawing/2014/main" id="{E8A15C83-70FE-E0FE-86B0-4E20BE942FC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DK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>
            <a:extLst>
              <a:ext uri="{FF2B5EF4-FFF2-40B4-BE49-F238E27FC236}">
                <a16:creationId xmlns:a16="http://schemas.microsoft.com/office/drawing/2014/main" id="{505445FD-9AA0-B92A-DDE9-27C253E326C5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8F6B00-EB08-42BD-94A6-317331421A8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093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62BC-3F36-12E8-A187-95E6C3DEB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>
            <a:extLst>
              <a:ext uri="{FF2B5EF4-FFF2-40B4-BE49-F238E27FC236}">
                <a16:creationId xmlns:a16="http://schemas.microsoft.com/office/drawing/2014/main" id="{1201095A-82A3-CE07-E8C1-1C811D750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>
            <a:extLst>
              <a:ext uri="{FF2B5EF4-FFF2-40B4-BE49-F238E27FC236}">
                <a16:creationId xmlns:a16="http://schemas.microsoft.com/office/drawing/2014/main" id="{47C665B8-47F9-32E6-FD34-40505B74EC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DK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>
            <a:extLst>
              <a:ext uri="{FF2B5EF4-FFF2-40B4-BE49-F238E27FC236}">
                <a16:creationId xmlns:a16="http://schemas.microsoft.com/office/drawing/2014/main" id="{E90CD7A6-0337-C7E8-86E1-DC304F72278C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8F6B00-EB08-42BD-94A6-317331421A8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3437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DK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DK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6143F8-B704-4347-902A-0C80383AAAD2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95C2F7A-D2A7-4BC3-A90B-048AB6171AB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BAFD3A9-6FCB-4011-859F-6D1DE88C388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DK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DK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192341C2-71F7-41B3-8103-CD82E963D03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D71FDF0D-E678-417F-BAD7-6126053F4E1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DK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DK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DK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DDE29048-F022-4103-8ED3-9343B098CCD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A1254480-082F-4273-BE01-EDE74DB209D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DK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4513DB9C-D8AC-41F4-8524-E83A6DAFD50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1F7407C7-5E05-4D1F-9CE9-80A7E471D62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86378AB4-0DA7-482F-970D-6F8B8E22F78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86C3A3D1-53CE-4A6A-8769-1F3BF2DEAB8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B4EE4-E048-4E96-9416-C9E1FACDCDB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K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K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335A7B-F3B8-403F-B8D4-883E70D7D8E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7FCD20-EB46-4B91-8297-2553E423956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044D14-1B84-4B69-B02A-A41DD89F2B2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8F142C-7DB0-462C-B97A-C8D4B52F627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0CB6CE-C537-448B-AB3C-6D8391AFFE9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2E7623-EE2B-4075-806B-62D49836FDE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DK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DE394B-6B1A-43C6-8610-89898BB9440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E06EF2-93D3-4667-B3DB-88A5E859445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D4FAA6-B7EC-4FF4-9C0E-07E74FAE6E8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4BE846-4550-4F0A-9689-F5F754AF128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DK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DK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DK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5" Type="http://schemas.openxmlformats.org/officeDocument/2006/relationships/image" Target="../media/image2.png"/><Relationship Id="rId4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1"/>
          <p:cNvGrpSpPr/>
          <p:nvPr/>
        </p:nvGrpSpPr>
        <p:grpSpPr>
          <a:xfrm>
            <a:off x="3085920" y="1398240"/>
            <a:ext cx="3911040" cy="3849120"/>
            <a:chOff x="3085920" y="1398240"/>
            <a:chExt cx="3911040" cy="3849120"/>
          </a:xfrm>
        </p:grpSpPr>
        <p:sp>
          <p:nvSpPr>
            <p:cNvPr id="56" name="Rectangle 3"/>
            <p:cNvSpPr/>
            <p:nvPr/>
          </p:nvSpPr>
          <p:spPr>
            <a:xfrm>
              <a:off x="3085920" y="4095000"/>
              <a:ext cx="1151280" cy="11512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meritP1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Rectangle 4"/>
            <p:cNvSpPr/>
            <p:nvPr/>
          </p:nvSpPr>
          <p:spPr>
            <a:xfrm>
              <a:off x="4465800" y="4096080"/>
              <a:ext cx="1151280" cy="11512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meritP2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Rectangle 5"/>
            <p:cNvSpPr/>
            <p:nvPr/>
          </p:nvSpPr>
          <p:spPr>
            <a:xfrm>
              <a:off x="5845680" y="4095000"/>
              <a:ext cx="1151280" cy="11512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meritP3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" name="Oval 6"/>
            <p:cNvSpPr/>
            <p:nvPr/>
          </p:nvSpPr>
          <p:spPr>
            <a:xfrm>
              <a:off x="4276440" y="1398240"/>
              <a:ext cx="1535400" cy="15354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Belief in Meritocracy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60" name="Straight Arrow Connector 7"/>
            <p:cNvCxnSpPr>
              <a:stCxn id="59" idx="4"/>
              <a:endCxn id="56" idx="0"/>
            </p:cNvCxnSpPr>
            <p:nvPr/>
          </p:nvCxnSpPr>
          <p:spPr>
            <a:xfrm flipH="1">
              <a:off x="3661560" y="2933640"/>
              <a:ext cx="1383120" cy="116172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61" name="Straight Arrow Connector 13"/>
            <p:cNvCxnSpPr>
              <a:stCxn id="59" idx="4"/>
              <a:endCxn id="57" idx="0"/>
            </p:cNvCxnSpPr>
            <p:nvPr/>
          </p:nvCxnSpPr>
          <p:spPr>
            <a:xfrm flipH="1">
              <a:off x="5041440" y="2933640"/>
              <a:ext cx="3240" cy="116280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62" name="Straight Arrow Connector 14"/>
            <p:cNvCxnSpPr>
              <a:stCxn id="59" idx="4"/>
              <a:endCxn id="58" idx="0"/>
            </p:cNvCxnSpPr>
            <p:nvPr/>
          </p:nvCxnSpPr>
          <p:spPr>
            <a:xfrm>
              <a:off x="5044320" y="2933640"/>
              <a:ext cx="1377360" cy="116172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</p:grpSp>
      <p:grpSp>
        <p:nvGrpSpPr>
          <p:cNvPr id="63" name="Group 2"/>
          <p:cNvGrpSpPr/>
          <p:nvPr/>
        </p:nvGrpSpPr>
        <p:grpSpPr>
          <a:xfrm>
            <a:off x="8174520" y="100800"/>
            <a:ext cx="3911040" cy="3860640"/>
            <a:chOff x="8174520" y="100800"/>
            <a:chExt cx="3911040" cy="3860640"/>
          </a:xfrm>
        </p:grpSpPr>
        <p:sp>
          <p:nvSpPr>
            <p:cNvPr id="64" name="Rectangle 30"/>
            <p:cNvSpPr/>
            <p:nvPr/>
          </p:nvSpPr>
          <p:spPr>
            <a:xfrm>
              <a:off x="8174520" y="2809440"/>
              <a:ext cx="1151280" cy="11512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policyP1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" name="Rectangle 31"/>
            <p:cNvSpPr/>
            <p:nvPr/>
          </p:nvSpPr>
          <p:spPr>
            <a:xfrm>
              <a:off x="9554400" y="2810160"/>
              <a:ext cx="1151280" cy="11512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policyP2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" name="Rectangle 32"/>
            <p:cNvSpPr/>
            <p:nvPr/>
          </p:nvSpPr>
          <p:spPr>
            <a:xfrm>
              <a:off x="10934280" y="2809440"/>
              <a:ext cx="1151280" cy="11512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policyP3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" name="Oval 33"/>
            <p:cNvSpPr/>
            <p:nvPr/>
          </p:nvSpPr>
          <p:spPr>
            <a:xfrm>
              <a:off x="9348840" y="100800"/>
              <a:ext cx="1535400" cy="15354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Policy Support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68" name="Straight Arrow Connector 34"/>
            <p:cNvCxnSpPr>
              <a:stCxn id="67" idx="4"/>
              <a:endCxn id="64" idx="0"/>
            </p:cNvCxnSpPr>
            <p:nvPr/>
          </p:nvCxnSpPr>
          <p:spPr>
            <a:xfrm flipH="1">
              <a:off x="8750160" y="1636200"/>
              <a:ext cx="1366920" cy="117360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69" name="Straight Arrow Connector 35"/>
            <p:cNvCxnSpPr>
              <a:stCxn id="67" idx="4"/>
              <a:endCxn id="65" idx="0"/>
            </p:cNvCxnSpPr>
            <p:nvPr/>
          </p:nvCxnSpPr>
          <p:spPr>
            <a:xfrm>
              <a:off x="10116720" y="1636200"/>
              <a:ext cx="13680" cy="117432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70" name="Straight Arrow Connector 36"/>
            <p:cNvCxnSpPr>
              <a:stCxn id="67" idx="4"/>
              <a:endCxn id="66" idx="0"/>
            </p:cNvCxnSpPr>
            <p:nvPr/>
          </p:nvCxnSpPr>
          <p:spPr>
            <a:xfrm>
              <a:off x="10116720" y="1636200"/>
              <a:ext cx="1393560" cy="117360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</p:grpSp>
      <p:sp>
        <p:nvSpPr>
          <p:cNvPr id="71" name="Rectangle 54"/>
          <p:cNvSpPr/>
          <p:nvPr/>
        </p:nvSpPr>
        <p:spPr>
          <a:xfrm>
            <a:off x="54360" y="182880"/>
            <a:ext cx="1370880" cy="137088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Political Affiliation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" name="Straight Arrow Connector 55"/>
          <p:cNvCxnSpPr>
            <a:stCxn id="71" idx="3"/>
            <a:endCxn id="67" idx="2"/>
          </p:cNvCxnSpPr>
          <p:nvPr/>
        </p:nvCxnSpPr>
        <p:spPr>
          <a:xfrm>
            <a:off x="1425240" y="868320"/>
            <a:ext cx="7923960" cy="7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3" name="Straight Arrow Connector 56"/>
          <p:cNvCxnSpPr>
            <a:stCxn id="71" idx="3"/>
            <a:endCxn id="59" idx="2"/>
          </p:cNvCxnSpPr>
          <p:nvPr/>
        </p:nvCxnSpPr>
        <p:spPr>
          <a:xfrm>
            <a:off x="1425240" y="868320"/>
            <a:ext cx="2851560" cy="12981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74" name="Straight Arrow Connector 57"/>
          <p:cNvCxnSpPr>
            <a:stCxn id="59" idx="6"/>
            <a:endCxn id="67" idx="2"/>
          </p:cNvCxnSpPr>
          <p:nvPr/>
        </p:nvCxnSpPr>
        <p:spPr>
          <a:xfrm flipV="1">
            <a:off x="5811840" y="868680"/>
            <a:ext cx="3537360" cy="12978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5" name="Oval 58"/>
          <p:cNvSpPr/>
          <p:nvPr/>
        </p:nvSpPr>
        <p:spPr>
          <a:xfrm>
            <a:off x="3337200" y="5632920"/>
            <a:ext cx="639360" cy="6393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400" b="0" strike="noStrike" spc="-1" baseline="-25000">
                <a:solidFill>
                  <a:schemeClr val="dk1"/>
                </a:solidFill>
                <a:latin typeface="Times New Roman"/>
              </a:rPr>
              <a:t>m1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6" name="Straight Arrow Connector 60"/>
          <p:cNvCxnSpPr>
            <a:stCxn id="75" idx="0"/>
            <a:endCxn id="56" idx="2"/>
          </p:cNvCxnSpPr>
          <p:nvPr/>
        </p:nvCxnSpPr>
        <p:spPr>
          <a:xfrm flipV="1">
            <a:off x="3656880" y="5246280"/>
            <a:ext cx="5040" cy="3870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7" name="Oval 65"/>
          <p:cNvSpPr/>
          <p:nvPr/>
        </p:nvSpPr>
        <p:spPr>
          <a:xfrm>
            <a:off x="6101640" y="5632920"/>
            <a:ext cx="639360" cy="6393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400" b="0" strike="noStrike" spc="-1" baseline="-25000">
                <a:solidFill>
                  <a:schemeClr val="dk1"/>
                </a:solidFill>
                <a:latin typeface="Times New Roman"/>
              </a:rPr>
              <a:t>m3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8" name="Straight Arrow Connector 66"/>
          <p:cNvCxnSpPr>
            <a:stCxn id="77" idx="0"/>
            <a:endCxn id="58" idx="2"/>
          </p:cNvCxnSpPr>
          <p:nvPr/>
        </p:nvCxnSpPr>
        <p:spPr>
          <a:xfrm flipV="1">
            <a:off x="6421320" y="5246280"/>
            <a:ext cx="360" cy="3870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79" name="Oval 67"/>
          <p:cNvSpPr/>
          <p:nvPr/>
        </p:nvSpPr>
        <p:spPr>
          <a:xfrm>
            <a:off x="4724280" y="5632920"/>
            <a:ext cx="639360" cy="6393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400" b="0" strike="noStrike" spc="-1" baseline="-25000">
                <a:solidFill>
                  <a:schemeClr val="dk1"/>
                </a:solidFill>
                <a:latin typeface="Times New Roman"/>
              </a:rPr>
              <a:t>m2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" name="Straight Arrow Connector 68"/>
          <p:cNvCxnSpPr>
            <a:stCxn id="79" idx="0"/>
            <a:endCxn id="57" idx="2"/>
          </p:cNvCxnSpPr>
          <p:nvPr/>
        </p:nvCxnSpPr>
        <p:spPr>
          <a:xfrm flipH="1" flipV="1">
            <a:off x="5041440" y="5247360"/>
            <a:ext cx="2880" cy="3859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81" name="Oval 69"/>
          <p:cNvSpPr/>
          <p:nvPr/>
        </p:nvSpPr>
        <p:spPr>
          <a:xfrm>
            <a:off x="8430480" y="4345560"/>
            <a:ext cx="639360" cy="6393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400" b="0" strike="noStrike" spc="-1" baseline="-25000">
                <a:solidFill>
                  <a:schemeClr val="dk1"/>
                </a:solidFill>
                <a:latin typeface="Times New Roman"/>
              </a:rPr>
              <a:t>p1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2" name="Straight Arrow Connector 71"/>
          <p:cNvCxnSpPr>
            <a:stCxn id="81" idx="0"/>
            <a:endCxn id="64" idx="2"/>
          </p:cNvCxnSpPr>
          <p:nvPr/>
        </p:nvCxnSpPr>
        <p:spPr>
          <a:xfrm flipV="1">
            <a:off x="8750160" y="3960720"/>
            <a:ext cx="360" cy="3852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83" name="Oval 72"/>
          <p:cNvSpPr/>
          <p:nvPr/>
        </p:nvSpPr>
        <p:spPr>
          <a:xfrm>
            <a:off x="9810360" y="4345560"/>
            <a:ext cx="639360" cy="6393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400" b="0" strike="noStrike" spc="-1" baseline="-25000">
                <a:solidFill>
                  <a:schemeClr val="dk1"/>
                </a:solidFill>
                <a:latin typeface="Times New Roman"/>
              </a:rPr>
              <a:t>p2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" name="Straight Arrow Connector 73"/>
          <p:cNvCxnSpPr>
            <a:stCxn id="83" idx="0"/>
            <a:endCxn id="65" idx="2"/>
          </p:cNvCxnSpPr>
          <p:nvPr/>
        </p:nvCxnSpPr>
        <p:spPr>
          <a:xfrm flipV="1">
            <a:off x="10130040" y="3961440"/>
            <a:ext cx="360" cy="3844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85" name="Oval 74"/>
          <p:cNvSpPr/>
          <p:nvPr/>
        </p:nvSpPr>
        <p:spPr>
          <a:xfrm>
            <a:off x="11190240" y="4345560"/>
            <a:ext cx="639360" cy="6393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400" b="0" strike="noStrike" spc="-1" baseline="-25000">
                <a:solidFill>
                  <a:schemeClr val="dk1"/>
                </a:solidFill>
                <a:latin typeface="Times New Roman"/>
              </a:rPr>
              <a:t>p3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6" name="Straight Arrow Connector 75"/>
          <p:cNvCxnSpPr>
            <a:stCxn id="85" idx="0"/>
            <a:endCxn id="66" idx="2"/>
          </p:cNvCxnSpPr>
          <p:nvPr/>
        </p:nvCxnSpPr>
        <p:spPr>
          <a:xfrm flipV="1">
            <a:off x="11509920" y="3960720"/>
            <a:ext cx="360" cy="3852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87" name="Oval 85"/>
          <p:cNvSpPr/>
          <p:nvPr/>
        </p:nvSpPr>
        <p:spPr>
          <a:xfrm>
            <a:off x="6546240" y="2208960"/>
            <a:ext cx="685080" cy="68508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</a:t>
            </a:r>
            <a:r>
              <a:rPr lang="en-US" sz="1400" b="0" strike="noStrike" spc="-1" baseline="-25000">
                <a:solidFill>
                  <a:schemeClr val="dk1"/>
                </a:solidFill>
                <a:latin typeface="Times New Roman"/>
              </a:rPr>
              <a:t>1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" name="Straight Arrow Connector 86"/>
          <p:cNvCxnSpPr>
            <a:stCxn id="87" idx="2"/>
            <a:endCxn id="59" idx="6"/>
          </p:cNvCxnSpPr>
          <p:nvPr/>
        </p:nvCxnSpPr>
        <p:spPr>
          <a:xfrm flipH="1" flipV="1">
            <a:off x="5811840" y="2166120"/>
            <a:ext cx="734760" cy="3859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89" name="Oval 91"/>
          <p:cNvSpPr/>
          <p:nvPr/>
        </p:nvSpPr>
        <p:spPr>
          <a:xfrm>
            <a:off x="11464920" y="910080"/>
            <a:ext cx="685080" cy="68508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</a:t>
            </a:r>
            <a:r>
              <a:rPr lang="en-US" sz="1400" b="0" strike="noStrike" spc="-1" baseline="-25000">
                <a:solidFill>
                  <a:schemeClr val="dk1"/>
                </a:solidFill>
                <a:latin typeface="Times New Roman"/>
              </a:rPr>
              <a:t>2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Straight Arrow Connector 92"/>
          <p:cNvCxnSpPr>
            <a:stCxn id="89" idx="2"/>
            <a:endCxn id="67" idx="6"/>
          </p:cNvCxnSpPr>
          <p:nvPr/>
        </p:nvCxnSpPr>
        <p:spPr>
          <a:xfrm flipH="1" flipV="1">
            <a:off x="10884240" y="868680"/>
            <a:ext cx="581040" cy="3844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91" name="TextBox 8"/>
          <p:cNvSpPr/>
          <p:nvPr/>
        </p:nvSpPr>
        <p:spPr>
          <a:xfrm>
            <a:off x="2640600" y="1463760"/>
            <a:ext cx="4201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imes New Roman"/>
              </a:rPr>
              <a:t>a</a:t>
            </a:r>
            <a:endParaRPr lang="en-DK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8"/>
          <p:cNvSpPr/>
          <p:nvPr/>
        </p:nvSpPr>
        <p:spPr>
          <a:xfrm>
            <a:off x="4831560" y="399240"/>
            <a:ext cx="4201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imes New Roman"/>
              </a:rPr>
              <a:t>c’</a:t>
            </a:r>
            <a:endParaRPr lang="en-DK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39"/>
          <p:cNvSpPr/>
          <p:nvPr/>
        </p:nvSpPr>
        <p:spPr>
          <a:xfrm>
            <a:off x="7704720" y="1462320"/>
            <a:ext cx="4201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0" i="1" strike="noStrike" spc="-1">
                <a:solidFill>
                  <a:schemeClr val="dk1"/>
                </a:solidFill>
                <a:latin typeface="Times New Roman"/>
              </a:rPr>
              <a:t>b</a:t>
            </a:r>
            <a:endParaRPr lang="en-DK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1"/>
          <p:cNvGrpSpPr/>
          <p:nvPr/>
        </p:nvGrpSpPr>
        <p:grpSpPr>
          <a:xfrm>
            <a:off x="1457280" y="295200"/>
            <a:ext cx="9064440" cy="6181200"/>
            <a:chOff x="1457280" y="295200"/>
            <a:chExt cx="9064440" cy="6181200"/>
          </a:xfrm>
        </p:grpSpPr>
        <p:sp>
          <p:nvSpPr>
            <p:cNvPr id="95" name="Oval 6"/>
            <p:cNvSpPr/>
            <p:nvPr/>
          </p:nvSpPr>
          <p:spPr>
            <a:xfrm>
              <a:off x="1457280" y="510552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VIC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Oval 33"/>
            <p:cNvSpPr/>
            <p:nvPr/>
          </p:nvSpPr>
          <p:spPr>
            <a:xfrm>
              <a:off x="4021920" y="510552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VIC_1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Oval 41"/>
            <p:cNvSpPr/>
            <p:nvPr/>
          </p:nvSpPr>
          <p:spPr>
            <a:xfrm>
              <a:off x="6586200" y="510552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VIC_2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Oval 49"/>
            <p:cNvSpPr/>
            <p:nvPr/>
          </p:nvSpPr>
          <p:spPr>
            <a:xfrm>
              <a:off x="9150840" y="510552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VIC_3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Oval 81"/>
            <p:cNvSpPr/>
            <p:nvPr/>
          </p:nvSpPr>
          <p:spPr>
            <a:xfrm>
              <a:off x="1465560" y="29520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TDV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Oval 82"/>
            <p:cNvSpPr/>
            <p:nvPr/>
          </p:nvSpPr>
          <p:spPr>
            <a:xfrm>
              <a:off x="4021920" y="29520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TDV_1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Oval 83"/>
            <p:cNvSpPr/>
            <p:nvPr/>
          </p:nvSpPr>
          <p:spPr>
            <a:xfrm>
              <a:off x="6586200" y="29520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TDV_2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Oval 84"/>
            <p:cNvSpPr/>
            <p:nvPr/>
          </p:nvSpPr>
          <p:spPr>
            <a:xfrm>
              <a:off x="9148320" y="29520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TDV_3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Oval 36"/>
            <p:cNvSpPr/>
            <p:nvPr/>
          </p:nvSpPr>
          <p:spPr>
            <a:xfrm>
              <a:off x="1457280" y="270036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SC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Oval 37"/>
            <p:cNvSpPr/>
            <p:nvPr/>
          </p:nvSpPr>
          <p:spPr>
            <a:xfrm>
              <a:off x="4021920" y="270036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SC_1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Oval 38"/>
            <p:cNvSpPr/>
            <p:nvPr/>
          </p:nvSpPr>
          <p:spPr>
            <a:xfrm>
              <a:off x="6586200" y="270036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SC_2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Oval 39"/>
            <p:cNvSpPr/>
            <p:nvPr/>
          </p:nvSpPr>
          <p:spPr>
            <a:xfrm>
              <a:off x="9148320" y="2700360"/>
              <a:ext cx="1370880" cy="13708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0" strike="noStrike" spc="-1">
                  <a:solidFill>
                    <a:schemeClr val="dk1"/>
                  </a:solidFill>
                  <a:latin typeface="Calibri"/>
                </a:rPr>
                <a:t>SC_3</a:t>
              </a:r>
              <a:endParaRPr lang="en-DK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07" name="Curved Connector 42"/>
          <p:cNvCxnSpPr>
            <a:stCxn id="103" idx="2"/>
            <a:endCxn id="99" idx="2"/>
          </p:cNvCxnSpPr>
          <p:nvPr/>
        </p:nvCxnSpPr>
        <p:spPr>
          <a:xfrm rot="10800000" flipH="1">
            <a:off x="1456920" y="980280"/>
            <a:ext cx="8640" cy="2405520"/>
          </a:xfrm>
          <a:prstGeom prst="curvedConnector3">
            <a:avLst>
              <a:gd name="adj1" fmla="val -2452173"/>
            </a:avLst>
          </a:prstGeom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08" name="Curved Connector 44"/>
          <p:cNvCxnSpPr>
            <a:stCxn id="95" idx="2"/>
            <a:endCxn id="103" idx="2"/>
          </p:cNvCxnSpPr>
          <p:nvPr/>
        </p:nvCxnSpPr>
        <p:spPr>
          <a:xfrm rot="10800000">
            <a:off x="1457280" y="3385440"/>
            <a:ext cx="360" cy="2405520"/>
          </a:xfrm>
          <a:prstGeom prst="curvedConnector3">
            <a:avLst>
              <a:gd name="adj1" fmla="val -56200000"/>
            </a:avLst>
          </a:prstGeom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09" name="Curved Connector 47"/>
          <p:cNvCxnSpPr/>
          <p:nvPr/>
        </p:nvCxnSpPr>
        <p:spPr>
          <a:xfrm rot="5400000" flipH="1" flipV="1">
            <a:off x="2810520" y="2179440"/>
            <a:ext cx="2405880" cy="9000"/>
          </a:xfrm>
          <a:prstGeom prst="curvedConnector3">
            <a:avLst>
              <a:gd name="adj1" fmla="val 25007"/>
            </a:avLst>
          </a:prstGeom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0" name="Curved Connector 48"/>
          <p:cNvCxnSpPr/>
          <p:nvPr/>
        </p:nvCxnSpPr>
        <p:spPr>
          <a:xfrm rot="16200000" flipV="1">
            <a:off x="2813040" y="4581720"/>
            <a:ext cx="2405520" cy="13320"/>
          </a:xfrm>
          <a:prstGeom prst="curvedConnector3">
            <a:avLst>
              <a:gd name="adj1" fmla="val 24996"/>
            </a:avLst>
          </a:prstGeom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1" name="Curved Connector 50"/>
          <p:cNvCxnSpPr/>
          <p:nvPr/>
        </p:nvCxnSpPr>
        <p:spPr>
          <a:xfrm rot="5400000" flipH="1" flipV="1">
            <a:off x="5384520" y="2136600"/>
            <a:ext cx="2405880" cy="9000"/>
          </a:xfrm>
          <a:prstGeom prst="curvedConnector3">
            <a:avLst>
              <a:gd name="adj1" fmla="val 25007"/>
            </a:avLst>
          </a:prstGeom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2" name="Curved Connector 51"/>
          <p:cNvCxnSpPr/>
          <p:nvPr/>
        </p:nvCxnSpPr>
        <p:spPr>
          <a:xfrm rot="16200000" flipV="1">
            <a:off x="5387400" y="4538880"/>
            <a:ext cx="2405520" cy="13680"/>
          </a:xfrm>
          <a:prstGeom prst="curvedConnector3">
            <a:avLst>
              <a:gd name="adj1" fmla="val 24996"/>
            </a:avLst>
          </a:prstGeom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3" name="Curved Connector 52"/>
          <p:cNvCxnSpPr/>
          <p:nvPr/>
        </p:nvCxnSpPr>
        <p:spPr>
          <a:xfrm rot="5400000" flipH="1" flipV="1">
            <a:off x="7936560" y="2179440"/>
            <a:ext cx="2405880" cy="9000"/>
          </a:xfrm>
          <a:prstGeom prst="curvedConnector3">
            <a:avLst>
              <a:gd name="adj1" fmla="val 25007"/>
            </a:avLst>
          </a:prstGeom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4" name="Curved Connector 60"/>
          <p:cNvCxnSpPr/>
          <p:nvPr/>
        </p:nvCxnSpPr>
        <p:spPr>
          <a:xfrm rot="16200000" flipV="1">
            <a:off x="7939080" y="4581720"/>
            <a:ext cx="2405520" cy="13320"/>
          </a:xfrm>
          <a:prstGeom prst="curvedConnector3">
            <a:avLst>
              <a:gd name="adj1" fmla="val 24996"/>
            </a:avLst>
          </a:prstGeom>
          <a:ln w="1905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5" name="Straight Arrow Connector 61"/>
          <p:cNvCxnSpPr>
            <a:stCxn id="99" idx="6"/>
            <a:endCxn id="100" idx="2"/>
          </p:cNvCxnSpPr>
          <p:nvPr/>
        </p:nvCxnSpPr>
        <p:spPr>
          <a:xfrm>
            <a:off x="2836440" y="980640"/>
            <a:ext cx="118584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16" name="Straight Arrow Connector 62"/>
          <p:cNvCxnSpPr>
            <a:stCxn id="100" idx="6"/>
            <a:endCxn id="101" idx="2"/>
          </p:cNvCxnSpPr>
          <p:nvPr/>
        </p:nvCxnSpPr>
        <p:spPr>
          <a:xfrm>
            <a:off x="5392800" y="980640"/>
            <a:ext cx="119376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17" name="Straight Arrow Connector 63"/>
          <p:cNvCxnSpPr>
            <a:stCxn id="101" idx="6"/>
            <a:endCxn id="102" idx="2"/>
          </p:cNvCxnSpPr>
          <p:nvPr/>
        </p:nvCxnSpPr>
        <p:spPr>
          <a:xfrm>
            <a:off x="7957080" y="980640"/>
            <a:ext cx="119160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18" name="Straight Arrow Connector 64"/>
          <p:cNvCxnSpPr>
            <a:stCxn id="103" idx="6"/>
            <a:endCxn id="104" idx="2"/>
          </p:cNvCxnSpPr>
          <p:nvPr/>
        </p:nvCxnSpPr>
        <p:spPr>
          <a:xfrm>
            <a:off x="2828160" y="3385800"/>
            <a:ext cx="119412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19" name="Straight Arrow Connector 65"/>
          <p:cNvCxnSpPr>
            <a:stCxn id="95" idx="7"/>
            <a:endCxn id="104" idx="3"/>
          </p:cNvCxnSpPr>
          <p:nvPr/>
        </p:nvCxnSpPr>
        <p:spPr>
          <a:xfrm flipV="1">
            <a:off x="2627640" y="3870720"/>
            <a:ext cx="1595160" cy="1435680"/>
          </a:xfrm>
          <a:prstGeom prst="straightConnector1">
            <a:avLst/>
          </a:prstGeom>
          <a:ln w="34925">
            <a:solidFill>
              <a:srgbClr val="0070C0"/>
            </a:solidFill>
            <a:round/>
            <a:tailEnd type="triangle" w="med" len="med"/>
          </a:ln>
        </p:spPr>
      </p:cxnSp>
      <p:cxnSp>
        <p:nvCxnSpPr>
          <p:cNvPr id="120" name="Straight Arrow Connector 67"/>
          <p:cNvCxnSpPr>
            <a:stCxn id="97" idx="6"/>
            <a:endCxn id="98" idx="2"/>
          </p:cNvCxnSpPr>
          <p:nvPr/>
        </p:nvCxnSpPr>
        <p:spPr>
          <a:xfrm>
            <a:off x="7957080" y="5790960"/>
            <a:ext cx="119412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21" name="Straight Arrow Connector 68"/>
          <p:cNvCxnSpPr>
            <a:stCxn id="96" idx="6"/>
            <a:endCxn id="97" idx="2"/>
          </p:cNvCxnSpPr>
          <p:nvPr/>
        </p:nvCxnSpPr>
        <p:spPr>
          <a:xfrm>
            <a:off x="5392800" y="5790960"/>
            <a:ext cx="119376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22" name="Straight Arrow Connector 70"/>
          <p:cNvCxnSpPr>
            <a:stCxn id="95" idx="6"/>
            <a:endCxn id="96" idx="2"/>
          </p:cNvCxnSpPr>
          <p:nvPr/>
        </p:nvCxnSpPr>
        <p:spPr>
          <a:xfrm>
            <a:off x="2828160" y="5790960"/>
            <a:ext cx="119412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23" name="Straight Arrow Connector 71"/>
          <p:cNvCxnSpPr>
            <a:stCxn id="105" idx="6"/>
            <a:endCxn id="106" idx="2"/>
          </p:cNvCxnSpPr>
          <p:nvPr/>
        </p:nvCxnSpPr>
        <p:spPr>
          <a:xfrm>
            <a:off x="7957080" y="3385800"/>
            <a:ext cx="119160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24" name="Straight Arrow Connector 73"/>
          <p:cNvCxnSpPr>
            <a:stCxn id="104" idx="6"/>
            <a:endCxn id="105" idx="2"/>
          </p:cNvCxnSpPr>
          <p:nvPr/>
        </p:nvCxnSpPr>
        <p:spPr>
          <a:xfrm>
            <a:off x="5392800" y="3385800"/>
            <a:ext cx="119376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25" name="Straight Arrow Connector 101"/>
          <p:cNvCxnSpPr>
            <a:stCxn id="103" idx="6"/>
            <a:endCxn id="100" idx="2"/>
          </p:cNvCxnSpPr>
          <p:nvPr/>
        </p:nvCxnSpPr>
        <p:spPr>
          <a:xfrm flipV="1">
            <a:off x="2828160" y="980640"/>
            <a:ext cx="1194120" cy="24055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26" name="Straight Arrow Connector 102"/>
          <p:cNvCxnSpPr>
            <a:stCxn id="96" idx="7"/>
            <a:endCxn id="105" idx="3"/>
          </p:cNvCxnSpPr>
          <p:nvPr/>
        </p:nvCxnSpPr>
        <p:spPr>
          <a:xfrm flipV="1">
            <a:off x="5192280" y="3870720"/>
            <a:ext cx="1594800" cy="1435680"/>
          </a:xfrm>
          <a:prstGeom prst="straightConnector1">
            <a:avLst/>
          </a:prstGeom>
          <a:ln w="34925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127" name="Straight Arrow Connector 104"/>
          <p:cNvCxnSpPr>
            <a:stCxn id="104" idx="7"/>
            <a:endCxn id="101" idx="3"/>
          </p:cNvCxnSpPr>
          <p:nvPr/>
        </p:nvCxnSpPr>
        <p:spPr>
          <a:xfrm flipV="1">
            <a:off x="5192280" y="1465560"/>
            <a:ext cx="1594800" cy="1435680"/>
          </a:xfrm>
          <a:prstGeom prst="straightConnector1">
            <a:avLst/>
          </a:prstGeom>
          <a:ln w="34925">
            <a:solidFill>
              <a:srgbClr val="0070C0"/>
            </a:solidFill>
            <a:round/>
            <a:tailEnd type="triangle" w="med" len="med"/>
          </a:ln>
        </p:spPr>
      </p:cxnSp>
      <p:cxnSp>
        <p:nvCxnSpPr>
          <p:cNvPr id="128" name="Straight Arrow Connector 107"/>
          <p:cNvCxnSpPr>
            <a:stCxn id="105" idx="7"/>
            <a:endCxn id="102" idx="3"/>
          </p:cNvCxnSpPr>
          <p:nvPr/>
        </p:nvCxnSpPr>
        <p:spPr>
          <a:xfrm flipV="1">
            <a:off x="7756560" y="1465560"/>
            <a:ext cx="1592640" cy="1435680"/>
          </a:xfrm>
          <a:prstGeom prst="straightConnector1">
            <a:avLst/>
          </a:prstGeom>
          <a:ln w="34925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129" name="Straight Arrow Connector 110"/>
          <p:cNvCxnSpPr>
            <a:stCxn id="97" idx="6"/>
            <a:endCxn id="106" idx="2"/>
          </p:cNvCxnSpPr>
          <p:nvPr/>
        </p:nvCxnSpPr>
        <p:spPr>
          <a:xfrm flipV="1">
            <a:off x="7957080" y="3385800"/>
            <a:ext cx="1191600" cy="24055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3"/>
          <p:cNvSpPr/>
          <p:nvPr/>
        </p:nvSpPr>
        <p:spPr>
          <a:xfrm>
            <a:off x="4270920" y="499716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O1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5040240" y="499608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O2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5"/>
          <p:cNvSpPr/>
          <p:nvPr/>
        </p:nvSpPr>
        <p:spPr>
          <a:xfrm>
            <a:off x="5813520" y="499104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O3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Oval 6"/>
          <p:cNvSpPr/>
          <p:nvPr/>
        </p:nvSpPr>
        <p:spPr>
          <a:xfrm>
            <a:off x="5469720" y="2782440"/>
            <a:ext cx="1293120" cy="12931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Openness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5" name="Straight Arrow Connector 7"/>
          <p:cNvCxnSpPr>
            <a:stCxn id="134" idx="4"/>
            <a:endCxn id="131" idx="0"/>
          </p:cNvCxnSpPr>
          <p:nvPr/>
        </p:nvCxnSpPr>
        <p:spPr>
          <a:xfrm flipH="1">
            <a:off x="4573680" y="4075560"/>
            <a:ext cx="1542960" cy="9219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36" name="Straight Arrow Connector 13"/>
          <p:cNvCxnSpPr>
            <a:stCxn id="134" idx="4"/>
            <a:endCxn id="132" idx="0"/>
          </p:cNvCxnSpPr>
          <p:nvPr/>
        </p:nvCxnSpPr>
        <p:spPr>
          <a:xfrm flipH="1">
            <a:off x="5343000" y="4075560"/>
            <a:ext cx="773640" cy="9208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37" name="Straight Arrow Connector 14"/>
          <p:cNvCxnSpPr>
            <a:stCxn id="134" idx="4"/>
            <a:endCxn id="133" idx="0"/>
          </p:cNvCxnSpPr>
          <p:nvPr/>
        </p:nvCxnSpPr>
        <p:spPr>
          <a:xfrm>
            <a:off x="6116280" y="4075560"/>
            <a:ext cx="360" cy="91584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38" name="Oval 58"/>
          <p:cNvSpPr/>
          <p:nvPr/>
        </p:nvSpPr>
        <p:spPr>
          <a:xfrm>
            <a:off x="430476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O1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9" name="Straight Arrow Connector 60"/>
          <p:cNvCxnSpPr>
            <a:stCxn id="138" idx="0"/>
            <a:endCxn id="131" idx="2"/>
          </p:cNvCxnSpPr>
          <p:nvPr/>
        </p:nvCxnSpPr>
        <p:spPr>
          <a:xfrm flipH="1" flipV="1">
            <a:off x="4573680" y="5602680"/>
            <a:ext cx="720" cy="2412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40" name="Oval 65"/>
          <p:cNvSpPr/>
          <p:nvPr/>
        </p:nvSpPr>
        <p:spPr>
          <a:xfrm>
            <a:off x="584736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O3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1" name="Straight Arrow Connector 66"/>
          <p:cNvCxnSpPr>
            <a:stCxn id="140" idx="0"/>
            <a:endCxn id="133" idx="2"/>
          </p:cNvCxnSpPr>
          <p:nvPr/>
        </p:nvCxnSpPr>
        <p:spPr>
          <a:xfrm flipH="1" flipV="1">
            <a:off x="6116280" y="5596560"/>
            <a:ext cx="720" cy="2473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42" name="Oval 67"/>
          <p:cNvSpPr/>
          <p:nvPr/>
        </p:nvSpPr>
        <p:spPr>
          <a:xfrm>
            <a:off x="506940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O2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3" name="Straight Arrow Connector 68"/>
          <p:cNvCxnSpPr>
            <a:stCxn id="142" idx="0"/>
            <a:endCxn id="132" idx="2"/>
          </p:cNvCxnSpPr>
          <p:nvPr/>
        </p:nvCxnSpPr>
        <p:spPr>
          <a:xfrm flipV="1">
            <a:off x="5338680" y="5601600"/>
            <a:ext cx="4680" cy="2422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44" name="Rectangle 40"/>
          <p:cNvSpPr/>
          <p:nvPr/>
        </p:nvSpPr>
        <p:spPr>
          <a:xfrm>
            <a:off x="6590400" y="499104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O4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41"/>
          <p:cNvSpPr/>
          <p:nvPr/>
        </p:nvSpPr>
        <p:spPr>
          <a:xfrm>
            <a:off x="7356120" y="499716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O5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Oval 42"/>
          <p:cNvSpPr/>
          <p:nvPr/>
        </p:nvSpPr>
        <p:spPr>
          <a:xfrm>
            <a:off x="738816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O5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7" name="Straight Arrow Connector 43"/>
          <p:cNvCxnSpPr>
            <a:stCxn id="146" idx="0"/>
            <a:endCxn id="145" idx="2"/>
          </p:cNvCxnSpPr>
          <p:nvPr/>
        </p:nvCxnSpPr>
        <p:spPr>
          <a:xfrm flipV="1">
            <a:off x="7657440" y="5602680"/>
            <a:ext cx="1800" cy="2412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48" name="Oval 44"/>
          <p:cNvSpPr/>
          <p:nvPr/>
        </p:nvSpPr>
        <p:spPr>
          <a:xfrm>
            <a:off x="662496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O4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9" name="Straight Arrow Connector 45"/>
          <p:cNvCxnSpPr>
            <a:stCxn id="148" idx="0"/>
            <a:endCxn id="144" idx="2"/>
          </p:cNvCxnSpPr>
          <p:nvPr/>
        </p:nvCxnSpPr>
        <p:spPr>
          <a:xfrm flipH="1" flipV="1">
            <a:off x="6893160" y="5596560"/>
            <a:ext cx="1440" cy="2473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50" name="Straight Arrow Connector 46"/>
          <p:cNvCxnSpPr>
            <a:stCxn id="134" idx="4"/>
            <a:endCxn id="144" idx="0"/>
          </p:cNvCxnSpPr>
          <p:nvPr/>
        </p:nvCxnSpPr>
        <p:spPr>
          <a:xfrm>
            <a:off x="6116280" y="4075560"/>
            <a:ext cx="777240" cy="91584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51" name="Straight Arrow Connector 47"/>
          <p:cNvCxnSpPr>
            <a:stCxn id="134" idx="4"/>
            <a:endCxn id="145" idx="0"/>
          </p:cNvCxnSpPr>
          <p:nvPr/>
        </p:nvCxnSpPr>
        <p:spPr>
          <a:xfrm>
            <a:off x="6116280" y="4075560"/>
            <a:ext cx="1542960" cy="9219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52" name="Rectangle 83"/>
          <p:cNvSpPr/>
          <p:nvPr/>
        </p:nvSpPr>
        <p:spPr>
          <a:xfrm>
            <a:off x="51360" y="499716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E1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84"/>
          <p:cNvSpPr/>
          <p:nvPr/>
        </p:nvSpPr>
        <p:spPr>
          <a:xfrm>
            <a:off x="821040" y="499608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E2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87"/>
          <p:cNvSpPr/>
          <p:nvPr/>
        </p:nvSpPr>
        <p:spPr>
          <a:xfrm>
            <a:off x="1593960" y="499104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E3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Oval 88"/>
          <p:cNvSpPr/>
          <p:nvPr/>
        </p:nvSpPr>
        <p:spPr>
          <a:xfrm>
            <a:off x="1250520" y="2782440"/>
            <a:ext cx="1293120" cy="12931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Extraversion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6" name="Straight Arrow Connector 89"/>
          <p:cNvCxnSpPr>
            <a:stCxn id="155" idx="4"/>
            <a:endCxn id="152" idx="0"/>
          </p:cNvCxnSpPr>
          <p:nvPr/>
        </p:nvCxnSpPr>
        <p:spPr>
          <a:xfrm flipH="1">
            <a:off x="354120" y="4075560"/>
            <a:ext cx="1543320" cy="9219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57" name="Straight Arrow Connector 90"/>
          <p:cNvCxnSpPr>
            <a:stCxn id="155" idx="4"/>
            <a:endCxn id="153" idx="0"/>
          </p:cNvCxnSpPr>
          <p:nvPr/>
        </p:nvCxnSpPr>
        <p:spPr>
          <a:xfrm flipH="1">
            <a:off x="1123800" y="4075560"/>
            <a:ext cx="773640" cy="9208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58" name="Straight Arrow Connector 93"/>
          <p:cNvCxnSpPr>
            <a:stCxn id="155" idx="4"/>
            <a:endCxn id="154" idx="0"/>
          </p:cNvCxnSpPr>
          <p:nvPr/>
        </p:nvCxnSpPr>
        <p:spPr>
          <a:xfrm flipH="1">
            <a:off x="1896720" y="4075560"/>
            <a:ext cx="720" cy="91584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59" name="Oval 94"/>
          <p:cNvSpPr/>
          <p:nvPr/>
        </p:nvSpPr>
        <p:spPr>
          <a:xfrm>
            <a:off x="8520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E1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0" name="Straight Arrow Connector 95"/>
          <p:cNvCxnSpPr>
            <a:stCxn id="159" idx="0"/>
            <a:endCxn id="152" idx="2"/>
          </p:cNvCxnSpPr>
          <p:nvPr/>
        </p:nvCxnSpPr>
        <p:spPr>
          <a:xfrm flipH="1" flipV="1">
            <a:off x="354120" y="5602680"/>
            <a:ext cx="720" cy="2412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61" name="Oval 96"/>
          <p:cNvSpPr/>
          <p:nvPr/>
        </p:nvSpPr>
        <p:spPr>
          <a:xfrm>
            <a:off x="162780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E3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2" name="Straight Arrow Connector 97"/>
          <p:cNvCxnSpPr>
            <a:stCxn id="161" idx="0"/>
            <a:endCxn id="154" idx="2"/>
          </p:cNvCxnSpPr>
          <p:nvPr/>
        </p:nvCxnSpPr>
        <p:spPr>
          <a:xfrm flipH="1" flipV="1">
            <a:off x="1896720" y="5596560"/>
            <a:ext cx="720" cy="2473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63" name="Oval 98"/>
          <p:cNvSpPr/>
          <p:nvPr/>
        </p:nvSpPr>
        <p:spPr>
          <a:xfrm>
            <a:off x="84984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E2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4" name="Straight Arrow Connector 99"/>
          <p:cNvCxnSpPr>
            <a:stCxn id="163" idx="0"/>
            <a:endCxn id="153" idx="2"/>
          </p:cNvCxnSpPr>
          <p:nvPr/>
        </p:nvCxnSpPr>
        <p:spPr>
          <a:xfrm flipV="1">
            <a:off x="1119120" y="5601600"/>
            <a:ext cx="5040" cy="2422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65" name="Rectangle 100"/>
          <p:cNvSpPr/>
          <p:nvPr/>
        </p:nvSpPr>
        <p:spPr>
          <a:xfrm>
            <a:off x="2370840" y="499104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E4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101"/>
          <p:cNvSpPr/>
          <p:nvPr/>
        </p:nvSpPr>
        <p:spPr>
          <a:xfrm>
            <a:off x="3136920" y="499716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E5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Oval 102"/>
          <p:cNvSpPr/>
          <p:nvPr/>
        </p:nvSpPr>
        <p:spPr>
          <a:xfrm>
            <a:off x="316860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E5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8" name="Straight Arrow Connector 103"/>
          <p:cNvCxnSpPr>
            <a:stCxn id="167" idx="0"/>
            <a:endCxn id="166" idx="2"/>
          </p:cNvCxnSpPr>
          <p:nvPr/>
        </p:nvCxnSpPr>
        <p:spPr>
          <a:xfrm flipV="1">
            <a:off x="3437880" y="5602680"/>
            <a:ext cx="2160" cy="2412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69" name="Oval 104"/>
          <p:cNvSpPr/>
          <p:nvPr/>
        </p:nvSpPr>
        <p:spPr>
          <a:xfrm>
            <a:off x="240576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E4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0" name="Straight Arrow Connector 105"/>
          <p:cNvCxnSpPr>
            <a:stCxn id="169" idx="0"/>
            <a:endCxn id="165" idx="2"/>
          </p:cNvCxnSpPr>
          <p:nvPr/>
        </p:nvCxnSpPr>
        <p:spPr>
          <a:xfrm flipH="1" flipV="1">
            <a:off x="2673600" y="5596560"/>
            <a:ext cx="1800" cy="2473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71" name="Straight Arrow Connector 106"/>
          <p:cNvCxnSpPr>
            <a:stCxn id="155" idx="4"/>
            <a:endCxn id="165" idx="0"/>
          </p:cNvCxnSpPr>
          <p:nvPr/>
        </p:nvCxnSpPr>
        <p:spPr>
          <a:xfrm>
            <a:off x="1897080" y="4075560"/>
            <a:ext cx="776880" cy="91584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72" name="Straight Arrow Connector 107"/>
          <p:cNvCxnSpPr>
            <a:stCxn id="155" idx="4"/>
            <a:endCxn id="166" idx="0"/>
          </p:cNvCxnSpPr>
          <p:nvPr/>
        </p:nvCxnSpPr>
        <p:spPr>
          <a:xfrm>
            <a:off x="1897080" y="4075560"/>
            <a:ext cx="1542960" cy="9219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73" name="Rectangle 109"/>
          <p:cNvSpPr/>
          <p:nvPr/>
        </p:nvSpPr>
        <p:spPr>
          <a:xfrm>
            <a:off x="8501280" y="499716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N1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110"/>
          <p:cNvSpPr/>
          <p:nvPr/>
        </p:nvSpPr>
        <p:spPr>
          <a:xfrm>
            <a:off x="9270600" y="499608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N2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111"/>
          <p:cNvSpPr/>
          <p:nvPr/>
        </p:nvSpPr>
        <p:spPr>
          <a:xfrm>
            <a:off x="10043880" y="499104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N3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Oval 112"/>
          <p:cNvSpPr/>
          <p:nvPr/>
        </p:nvSpPr>
        <p:spPr>
          <a:xfrm>
            <a:off x="9700080" y="2782440"/>
            <a:ext cx="1293120" cy="12931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Neuroticism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7" name="Straight Arrow Connector 113"/>
          <p:cNvCxnSpPr>
            <a:stCxn id="176" idx="4"/>
            <a:endCxn id="173" idx="0"/>
          </p:cNvCxnSpPr>
          <p:nvPr/>
        </p:nvCxnSpPr>
        <p:spPr>
          <a:xfrm flipH="1">
            <a:off x="8804040" y="4075560"/>
            <a:ext cx="1542960" cy="9219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78" name="Straight Arrow Connector 114"/>
          <p:cNvCxnSpPr>
            <a:stCxn id="176" idx="4"/>
            <a:endCxn id="174" idx="0"/>
          </p:cNvCxnSpPr>
          <p:nvPr/>
        </p:nvCxnSpPr>
        <p:spPr>
          <a:xfrm flipH="1">
            <a:off x="9573360" y="4075560"/>
            <a:ext cx="773640" cy="9208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79" name="Straight Arrow Connector 115"/>
          <p:cNvCxnSpPr>
            <a:stCxn id="176" idx="4"/>
            <a:endCxn id="175" idx="0"/>
          </p:cNvCxnSpPr>
          <p:nvPr/>
        </p:nvCxnSpPr>
        <p:spPr>
          <a:xfrm>
            <a:off x="10346640" y="4075560"/>
            <a:ext cx="360" cy="91584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80" name="Oval 116"/>
          <p:cNvSpPr/>
          <p:nvPr/>
        </p:nvSpPr>
        <p:spPr>
          <a:xfrm>
            <a:off x="853476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N1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1" name="Straight Arrow Connector 117"/>
          <p:cNvCxnSpPr>
            <a:stCxn id="180" idx="0"/>
            <a:endCxn id="173" idx="2"/>
          </p:cNvCxnSpPr>
          <p:nvPr/>
        </p:nvCxnSpPr>
        <p:spPr>
          <a:xfrm flipV="1">
            <a:off x="8804040" y="5602680"/>
            <a:ext cx="360" cy="2412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82" name="Oval 118"/>
          <p:cNvSpPr/>
          <p:nvPr/>
        </p:nvSpPr>
        <p:spPr>
          <a:xfrm>
            <a:off x="1007736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N3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3" name="Straight Arrow Connector 119"/>
          <p:cNvCxnSpPr>
            <a:stCxn id="182" idx="0"/>
            <a:endCxn id="175" idx="2"/>
          </p:cNvCxnSpPr>
          <p:nvPr/>
        </p:nvCxnSpPr>
        <p:spPr>
          <a:xfrm flipV="1">
            <a:off x="10346640" y="5596560"/>
            <a:ext cx="360" cy="2473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84" name="Oval 120"/>
          <p:cNvSpPr/>
          <p:nvPr/>
        </p:nvSpPr>
        <p:spPr>
          <a:xfrm>
            <a:off x="929976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N2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5" name="Straight Arrow Connector 121"/>
          <p:cNvCxnSpPr>
            <a:stCxn id="184" idx="0"/>
            <a:endCxn id="174" idx="2"/>
          </p:cNvCxnSpPr>
          <p:nvPr/>
        </p:nvCxnSpPr>
        <p:spPr>
          <a:xfrm flipV="1">
            <a:off x="9569040" y="5601600"/>
            <a:ext cx="4680" cy="2422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86" name="Rectangle 122"/>
          <p:cNvSpPr/>
          <p:nvPr/>
        </p:nvSpPr>
        <p:spPr>
          <a:xfrm>
            <a:off x="10820400" y="499104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N4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 123"/>
          <p:cNvSpPr/>
          <p:nvPr/>
        </p:nvSpPr>
        <p:spPr>
          <a:xfrm>
            <a:off x="11586480" y="4997160"/>
            <a:ext cx="605520" cy="605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N5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Oval 124"/>
          <p:cNvSpPr/>
          <p:nvPr/>
        </p:nvSpPr>
        <p:spPr>
          <a:xfrm>
            <a:off x="1161816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N5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9" name="Straight Arrow Connector 125"/>
          <p:cNvCxnSpPr>
            <a:stCxn id="188" idx="0"/>
            <a:endCxn id="187" idx="2"/>
          </p:cNvCxnSpPr>
          <p:nvPr/>
        </p:nvCxnSpPr>
        <p:spPr>
          <a:xfrm flipV="1">
            <a:off x="11887440" y="5602680"/>
            <a:ext cx="2160" cy="2412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90" name="Oval 126"/>
          <p:cNvSpPr/>
          <p:nvPr/>
        </p:nvSpPr>
        <p:spPr>
          <a:xfrm>
            <a:off x="10855320" y="5843520"/>
            <a:ext cx="538560" cy="53856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100" b="0" strike="noStrike" spc="-1">
                <a:solidFill>
                  <a:schemeClr val="dk1"/>
                </a:solidFill>
                <a:latin typeface="Times New Roman"/>
              </a:rPr>
              <a:t>u</a:t>
            </a:r>
            <a:r>
              <a:rPr lang="en-US" sz="1100" b="0" strike="noStrike" spc="-1" baseline="-25000">
                <a:solidFill>
                  <a:schemeClr val="dk1"/>
                </a:solidFill>
                <a:latin typeface="Times New Roman"/>
              </a:rPr>
              <a:t>N4</a:t>
            </a:r>
            <a:endParaRPr lang="en-DK" sz="11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1" name="Straight Arrow Connector 127"/>
          <p:cNvCxnSpPr>
            <a:stCxn id="190" idx="0"/>
            <a:endCxn id="186" idx="2"/>
          </p:cNvCxnSpPr>
          <p:nvPr/>
        </p:nvCxnSpPr>
        <p:spPr>
          <a:xfrm flipH="1" flipV="1">
            <a:off x="11123160" y="5596560"/>
            <a:ext cx="1800" cy="2473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92" name="Straight Arrow Connector 128"/>
          <p:cNvCxnSpPr>
            <a:stCxn id="176" idx="4"/>
            <a:endCxn id="186" idx="0"/>
          </p:cNvCxnSpPr>
          <p:nvPr/>
        </p:nvCxnSpPr>
        <p:spPr>
          <a:xfrm>
            <a:off x="10346640" y="4075560"/>
            <a:ext cx="776880" cy="91584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93" name="Straight Arrow Connector 129"/>
          <p:cNvCxnSpPr>
            <a:stCxn id="176" idx="4"/>
            <a:endCxn id="187" idx="0"/>
          </p:cNvCxnSpPr>
          <p:nvPr/>
        </p:nvCxnSpPr>
        <p:spPr>
          <a:xfrm>
            <a:off x="10346640" y="4075560"/>
            <a:ext cx="1542960" cy="9219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96" name="Arc 136"/>
          <p:cNvSpPr/>
          <p:nvPr/>
        </p:nvSpPr>
        <p:spPr>
          <a:xfrm>
            <a:off x="1903262" y="1074952"/>
            <a:ext cx="8448840" cy="3718470"/>
          </a:xfrm>
          <a:prstGeom prst="arc">
            <a:avLst>
              <a:gd name="adj1" fmla="val 10942885"/>
              <a:gd name="adj2" fmla="val 21461769"/>
            </a:avLst>
          </a:prstGeom>
          <a:noFill/>
          <a:ln w="19050"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Arc 136">
            <a:extLst>
              <a:ext uri="{FF2B5EF4-FFF2-40B4-BE49-F238E27FC236}">
                <a16:creationId xmlns:a16="http://schemas.microsoft.com/office/drawing/2014/main" id="{99670B1B-D258-475B-DB5A-2CBC2FED42F0}"/>
              </a:ext>
            </a:extLst>
          </p:cNvPr>
          <p:cNvSpPr/>
          <p:nvPr/>
        </p:nvSpPr>
        <p:spPr>
          <a:xfrm>
            <a:off x="2127627" y="2259863"/>
            <a:ext cx="3826558" cy="1789634"/>
          </a:xfrm>
          <a:prstGeom prst="arc">
            <a:avLst>
              <a:gd name="adj1" fmla="val 11354381"/>
              <a:gd name="adj2" fmla="val 20991596"/>
            </a:avLst>
          </a:prstGeom>
          <a:noFill/>
          <a:ln w="19050"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Arc 136">
            <a:extLst>
              <a:ext uri="{FF2B5EF4-FFF2-40B4-BE49-F238E27FC236}">
                <a16:creationId xmlns:a16="http://schemas.microsoft.com/office/drawing/2014/main" id="{F57A5389-FA90-6000-6866-C9C2AE75E24C}"/>
              </a:ext>
            </a:extLst>
          </p:cNvPr>
          <p:cNvSpPr/>
          <p:nvPr/>
        </p:nvSpPr>
        <p:spPr>
          <a:xfrm>
            <a:off x="6356142" y="2259863"/>
            <a:ext cx="3826558" cy="1789634"/>
          </a:xfrm>
          <a:prstGeom prst="arc">
            <a:avLst>
              <a:gd name="adj1" fmla="val 11354381"/>
              <a:gd name="adj2" fmla="val 20991596"/>
            </a:avLst>
          </a:prstGeom>
          <a:noFill/>
          <a:ln w="19050"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Arc 136">
            <a:extLst>
              <a:ext uri="{FF2B5EF4-FFF2-40B4-BE49-F238E27FC236}">
                <a16:creationId xmlns:a16="http://schemas.microsoft.com/office/drawing/2014/main" id="{D7A261D4-0B6A-1C74-C1D9-0173AC3BC475}"/>
              </a:ext>
            </a:extLst>
          </p:cNvPr>
          <p:cNvSpPr/>
          <p:nvPr/>
        </p:nvSpPr>
        <p:spPr>
          <a:xfrm>
            <a:off x="177782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Arc 136">
            <a:extLst>
              <a:ext uri="{FF2B5EF4-FFF2-40B4-BE49-F238E27FC236}">
                <a16:creationId xmlns:a16="http://schemas.microsoft.com/office/drawing/2014/main" id="{C23253CB-D05F-9202-951F-5F8515B8C903}"/>
              </a:ext>
            </a:extLst>
          </p:cNvPr>
          <p:cNvSpPr/>
          <p:nvPr/>
        </p:nvSpPr>
        <p:spPr>
          <a:xfrm>
            <a:off x="943644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Arc 136">
            <a:extLst>
              <a:ext uri="{FF2B5EF4-FFF2-40B4-BE49-F238E27FC236}">
                <a16:creationId xmlns:a16="http://schemas.microsoft.com/office/drawing/2014/main" id="{8E2BDD9D-B903-CAFB-CF95-E21C5ED5AE5F}"/>
              </a:ext>
            </a:extLst>
          </p:cNvPr>
          <p:cNvSpPr/>
          <p:nvPr/>
        </p:nvSpPr>
        <p:spPr>
          <a:xfrm>
            <a:off x="1723262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Arc 136">
            <a:extLst>
              <a:ext uri="{FF2B5EF4-FFF2-40B4-BE49-F238E27FC236}">
                <a16:creationId xmlns:a16="http://schemas.microsoft.com/office/drawing/2014/main" id="{0090ED19-2D20-2A7D-1DA3-36A13314F477}"/>
              </a:ext>
            </a:extLst>
          </p:cNvPr>
          <p:cNvSpPr/>
          <p:nvPr/>
        </p:nvSpPr>
        <p:spPr>
          <a:xfrm>
            <a:off x="3257880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Arc 136">
            <a:extLst>
              <a:ext uri="{FF2B5EF4-FFF2-40B4-BE49-F238E27FC236}">
                <a16:creationId xmlns:a16="http://schemas.microsoft.com/office/drawing/2014/main" id="{F238627C-0256-6409-98F8-42B17E0CD9DD}"/>
              </a:ext>
            </a:extLst>
          </p:cNvPr>
          <p:cNvSpPr/>
          <p:nvPr/>
        </p:nvSpPr>
        <p:spPr>
          <a:xfrm>
            <a:off x="2495040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Arc 136">
            <a:extLst>
              <a:ext uri="{FF2B5EF4-FFF2-40B4-BE49-F238E27FC236}">
                <a16:creationId xmlns:a16="http://schemas.microsoft.com/office/drawing/2014/main" id="{71F5D6C5-B1A0-14E4-7A9B-ED6C7D803620}"/>
              </a:ext>
            </a:extLst>
          </p:cNvPr>
          <p:cNvSpPr/>
          <p:nvPr/>
        </p:nvSpPr>
        <p:spPr>
          <a:xfrm>
            <a:off x="4400555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Arc 136">
            <a:extLst>
              <a:ext uri="{FF2B5EF4-FFF2-40B4-BE49-F238E27FC236}">
                <a16:creationId xmlns:a16="http://schemas.microsoft.com/office/drawing/2014/main" id="{51E84D11-5E6E-459D-7916-EEC48019A307}"/>
              </a:ext>
            </a:extLst>
          </p:cNvPr>
          <p:cNvSpPr/>
          <p:nvPr/>
        </p:nvSpPr>
        <p:spPr>
          <a:xfrm>
            <a:off x="5164389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Arc 136">
            <a:extLst>
              <a:ext uri="{FF2B5EF4-FFF2-40B4-BE49-F238E27FC236}">
                <a16:creationId xmlns:a16="http://schemas.microsoft.com/office/drawing/2014/main" id="{3430AFA1-9D2C-BC83-339E-9BD55D2B582C}"/>
              </a:ext>
            </a:extLst>
          </p:cNvPr>
          <p:cNvSpPr/>
          <p:nvPr/>
        </p:nvSpPr>
        <p:spPr>
          <a:xfrm>
            <a:off x="5947682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Arc 136">
            <a:extLst>
              <a:ext uri="{FF2B5EF4-FFF2-40B4-BE49-F238E27FC236}">
                <a16:creationId xmlns:a16="http://schemas.microsoft.com/office/drawing/2014/main" id="{77AD2AFD-AE11-8309-B900-4E091B0A6A49}"/>
              </a:ext>
            </a:extLst>
          </p:cNvPr>
          <p:cNvSpPr/>
          <p:nvPr/>
        </p:nvSpPr>
        <p:spPr>
          <a:xfrm>
            <a:off x="7477440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Arc 136">
            <a:extLst>
              <a:ext uri="{FF2B5EF4-FFF2-40B4-BE49-F238E27FC236}">
                <a16:creationId xmlns:a16="http://schemas.microsoft.com/office/drawing/2014/main" id="{5CA6625C-5B65-0F1F-28BB-D1756ACCCF33}"/>
              </a:ext>
            </a:extLst>
          </p:cNvPr>
          <p:cNvSpPr/>
          <p:nvPr/>
        </p:nvSpPr>
        <p:spPr>
          <a:xfrm>
            <a:off x="6709466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Arc 136">
            <a:extLst>
              <a:ext uri="{FF2B5EF4-FFF2-40B4-BE49-F238E27FC236}">
                <a16:creationId xmlns:a16="http://schemas.microsoft.com/office/drawing/2014/main" id="{D27BE494-19FC-284B-60C0-820CB9CC0DE3}"/>
              </a:ext>
            </a:extLst>
          </p:cNvPr>
          <p:cNvSpPr/>
          <p:nvPr/>
        </p:nvSpPr>
        <p:spPr>
          <a:xfrm>
            <a:off x="8626785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Arc 136">
            <a:extLst>
              <a:ext uri="{FF2B5EF4-FFF2-40B4-BE49-F238E27FC236}">
                <a16:creationId xmlns:a16="http://schemas.microsoft.com/office/drawing/2014/main" id="{C0799491-0F0C-239D-5BD2-699B5AE5A2B0}"/>
              </a:ext>
            </a:extLst>
          </p:cNvPr>
          <p:cNvSpPr/>
          <p:nvPr/>
        </p:nvSpPr>
        <p:spPr>
          <a:xfrm>
            <a:off x="9398563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Arc 136">
            <a:extLst>
              <a:ext uri="{FF2B5EF4-FFF2-40B4-BE49-F238E27FC236}">
                <a16:creationId xmlns:a16="http://schemas.microsoft.com/office/drawing/2014/main" id="{1D68937A-C88C-E69E-D090-B5A31EB4B43D}"/>
              </a:ext>
            </a:extLst>
          </p:cNvPr>
          <p:cNvSpPr/>
          <p:nvPr/>
        </p:nvSpPr>
        <p:spPr>
          <a:xfrm>
            <a:off x="10171592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Arc 136">
            <a:extLst>
              <a:ext uri="{FF2B5EF4-FFF2-40B4-BE49-F238E27FC236}">
                <a16:creationId xmlns:a16="http://schemas.microsoft.com/office/drawing/2014/main" id="{3E7680FA-44E4-898F-3D33-99CD0D58E09A}"/>
              </a:ext>
            </a:extLst>
          </p:cNvPr>
          <p:cNvSpPr/>
          <p:nvPr/>
        </p:nvSpPr>
        <p:spPr>
          <a:xfrm>
            <a:off x="11707440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Arc 136">
            <a:extLst>
              <a:ext uri="{FF2B5EF4-FFF2-40B4-BE49-F238E27FC236}">
                <a16:creationId xmlns:a16="http://schemas.microsoft.com/office/drawing/2014/main" id="{BDC9AAF0-3E9A-1343-BD0C-C063DC2F79CF}"/>
              </a:ext>
            </a:extLst>
          </p:cNvPr>
          <p:cNvSpPr/>
          <p:nvPr/>
        </p:nvSpPr>
        <p:spPr>
          <a:xfrm>
            <a:off x="10949192" y="6344280"/>
            <a:ext cx="360000" cy="360000"/>
          </a:xfrm>
          <a:prstGeom prst="arc">
            <a:avLst>
              <a:gd name="adj1" fmla="val 18176700"/>
              <a:gd name="adj2" fmla="val 14227463"/>
            </a:avLst>
          </a:prstGeom>
          <a:noFill/>
          <a:ln w="1905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54"/>
          <p:cNvSpPr/>
          <p:nvPr/>
        </p:nvSpPr>
        <p:spPr>
          <a:xfrm>
            <a:off x="5703840" y="5419080"/>
            <a:ext cx="1370880" cy="137088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Political Affiliation</a:t>
            </a:r>
            <a:endParaRPr lang="en-DK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8" name="Group 10"/>
          <p:cNvGrpSpPr/>
          <p:nvPr/>
        </p:nvGrpSpPr>
        <p:grpSpPr>
          <a:xfrm>
            <a:off x="877320" y="583200"/>
            <a:ext cx="3911040" cy="4874040"/>
            <a:chOff x="877320" y="583200"/>
            <a:chExt cx="3911040" cy="4874040"/>
          </a:xfrm>
        </p:grpSpPr>
        <p:grpSp>
          <p:nvGrpSpPr>
            <p:cNvPr id="199" name="Group 1"/>
            <p:cNvGrpSpPr/>
            <p:nvPr/>
          </p:nvGrpSpPr>
          <p:grpSpPr>
            <a:xfrm>
              <a:off x="877320" y="583200"/>
              <a:ext cx="3911040" cy="3849120"/>
              <a:chOff x="877320" y="583200"/>
              <a:chExt cx="3911040" cy="3849120"/>
            </a:xfrm>
          </p:grpSpPr>
          <p:sp>
            <p:nvSpPr>
              <p:cNvPr id="200" name="Rectangle 3"/>
              <p:cNvSpPr/>
              <p:nvPr/>
            </p:nvSpPr>
            <p:spPr>
              <a:xfrm>
                <a:off x="877320" y="3279960"/>
                <a:ext cx="1151280" cy="115128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meritP1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1" name="Rectangle 4"/>
              <p:cNvSpPr/>
              <p:nvPr/>
            </p:nvSpPr>
            <p:spPr>
              <a:xfrm>
                <a:off x="2257200" y="3281040"/>
                <a:ext cx="1151280" cy="115128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meritP2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2" name="Rectangle 5"/>
              <p:cNvSpPr/>
              <p:nvPr/>
            </p:nvSpPr>
            <p:spPr>
              <a:xfrm>
                <a:off x="3637080" y="3279960"/>
                <a:ext cx="1151280" cy="115128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meritP3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3" name="Oval 6"/>
              <p:cNvSpPr/>
              <p:nvPr/>
            </p:nvSpPr>
            <p:spPr>
              <a:xfrm>
                <a:off x="2067840" y="583200"/>
                <a:ext cx="1535400" cy="15354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Belief in Meritocracy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204" name="Straight Arrow Connector 7"/>
              <p:cNvCxnSpPr/>
              <p:nvPr/>
            </p:nvCxnSpPr>
            <p:spPr>
              <a:xfrm flipH="1">
                <a:off x="1453320" y="2119320"/>
                <a:ext cx="1383120" cy="116136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tailEnd type="triangle" w="med" len="med"/>
              </a:ln>
            </p:spPr>
          </p:cxnSp>
          <p:cxnSp>
            <p:nvCxnSpPr>
              <p:cNvPr id="205" name="Straight Arrow Connector 13"/>
              <p:cNvCxnSpPr/>
              <p:nvPr/>
            </p:nvCxnSpPr>
            <p:spPr>
              <a:xfrm flipH="1">
                <a:off x="2833200" y="2119320"/>
                <a:ext cx="3240" cy="116244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tailEnd type="triangle" w="med" len="med"/>
              </a:ln>
            </p:spPr>
          </p:cxnSp>
          <p:cxnSp>
            <p:nvCxnSpPr>
              <p:cNvPr id="206" name="Straight Arrow Connector 14"/>
              <p:cNvCxnSpPr/>
              <p:nvPr/>
            </p:nvCxnSpPr>
            <p:spPr>
              <a:xfrm>
                <a:off x="2835720" y="2119320"/>
                <a:ext cx="1377720" cy="116136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tailEnd type="triangle" w="med" len="med"/>
              </a:ln>
            </p:spPr>
          </p:cxnSp>
        </p:grpSp>
        <p:sp>
          <p:nvSpPr>
            <p:cNvPr id="207" name="Oval 58"/>
            <p:cNvSpPr/>
            <p:nvPr/>
          </p:nvSpPr>
          <p:spPr>
            <a:xfrm>
              <a:off x="1128240" y="4817880"/>
              <a:ext cx="639360" cy="6393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400" b="0" strike="noStrike" spc="-1" baseline="-25000">
                  <a:solidFill>
                    <a:schemeClr val="dk1"/>
                  </a:solidFill>
                  <a:latin typeface="Times New Roman"/>
                </a:rPr>
                <a:t>m1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8" name="Straight Arrow Connector 60"/>
            <p:cNvCxnSpPr>
              <a:stCxn id="207" idx="0"/>
              <a:endCxn id="200" idx="2"/>
            </p:cNvCxnSpPr>
            <p:nvPr/>
          </p:nvCxnSpPr>
          <p:spPr>
            <a:xfrm flipV="1">
              <a:off x="1447920" y="4431240"/>
              <a:ext cx="5400" cy="38700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209" name="Oval 65"/>
            <p:cNvSpPr/>
            <p:nvPr/>
          </p:nvSpPr>
          <p:spPr>
            <a:xfrm>
              <a:off x="3893040" y="4817880"/>
              <a:ext cx="639360" cy="6393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400" b="0" strike="noStrike" spc="-1" baseline="-25000">
                  <a:solidFill>
                    <a:schemeClr val="dk1"/>
                  </a:solidFill>
                  <a:latin typeface="Times New Roman"/>
                </a:rPr>
                <a:t>m3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10" name="Straight Arrow Connector 66"/>
            <p:cNvCxnSpPr>
              <a:stCxn id="209" idx="0"/>
              <a:endCxn id="202" idx="2"/>
            </p:cNvCxnSpPr>
            <p:nvPr/>
          </p:nvCxnSpPr>
          <p:spPr>
            <a:xfrm flipV="1">
              <a:off x="4212720" y="4431240"/>
              <a:ext cx="360" cy="38700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211" name="Oval 67"/>
            <p:cNvSpPr/>
            <p:nvPr/>
          </p:nvSpPr>
          <p:spPr>
            <a:xfrm>
              <a:off x="2515680" y="4817880"/>
              <a:ext cx="639360" cy="6393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400" b="0" strike="noStrike" spc="-1" baseline="-25000">
                  <a:solidFill>
                    <a:schemeClr val="dk1"/>
                  </a:solidFill>
                  <a:latin typeface="Times New Roman"/>
                </a:rPr>
                <a:t>m2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12" name="Straight Arrow Connector 68"/>
            <p:cNvCxnSpPr>
              <a:stCxn id="211" idx="0"/>
              <a:endCxn id="201" idx="2"/>
            </p:cNvCxnSpPr>
            <p:nvPr/>
          </p:nvCxnSpPr>
          <p:spPr>
            <a:xfrm flipH="1" flipV="1">
              <a:off x="2832840" y="4432320"/>
              <a:ext cx="2880" cy="38592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</p:grpSp>
      <p:grpSp>
        <p:nvGrpSpPr>
          <p:cNvPr id="213" name="Group 11"/>
          <p:cNvGrpSpPr/>
          <p:nvPr/>
        </p:nvGrpSpPr>
        <p:grpSpPr>
          <a:xfrm>
            <a:off x="8174520" y="100800"/>
            <a:ext cx="3911040" cy="4884120"/>
            <a:chOff x="8174520" y="100800"/>
            <a:chExt cx="3911040" cy="4884120"/>
          </a:xfrm>
        </p:grpSpPr>
        <p:grpSp>
          <p:nvGrpSpPr>
            <p:cNvPr id="214" name="Group 2"/>
            <p:cNvGrpSpPr/>
            <p:nvPr/>
          </p:nvGrpSpPr>
          <p:grpSpPr>
            <a:xfrm>
              <a:off x="8174520" y="100800"/>
              <a:ext cx="3911040" cy="3860640"/>
              <a:chOff x="8174520" y="100800"/>
              <a:chExt cx="3911040" cy="3860640"/>
            </a:xfrm>
          </p:grpSpPr>
          <p:sp>
            <p:nvSpPr>
              <p:cNvPr id="215" name="Rectangle 30"/>
              <p:cNvSpPr/>
              <p:nvPr/>
            </p:nvSpPr>
            <p:spPr>
              <a:xfrm>
                <a:off x="8174520" y="2809440"/>
                <a:ext cx="1151280" cy="115128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policyP1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6" name="Rectangle 31"/>
              <p:cNvSpPr/>
              <p:nvPr/>
            </p:nvSpPr>
            <p:spPr>
              <a:xfrm>
                <a:off x="9554400" y="2810160"/>
                <a:ext cx="1151280" cy="115128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policyP2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7" name="Rectangle 32"/>
              <p:cNvSpPr/>
              <p:nvPr/>
            </p:nvSpPr>
            <p:spPr>
              <a:xfrm>
                <a:off x="10934280" y="2809440"/>
                <a:ext cx="1151280" cy="115128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horzOverflow="overflow" lIns="90000" tIns="45000" rIns="90000" bIns="45000" numCol="1" spcCol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policyP3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8" name="Oval 33"/>
              <p:cNvSpPr/>
              <p:nvPr/>
            </p:nvSpPr>
            <p:spPr>
              <a:xfrm>
                <a:off x="9348840" y="100800"/>
                <a:ext cx="1535400" cy="15354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chemeClr val="dk1"/>
                    </a:solidFill>
                    <a:latin typeface="Times New Roman"/>
                  </a:rPr>
                  <a:t>Policy Support</a:t>
                </a:r>
                <a:endParaRPr lang="en-DK" sz="14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219" name="Straight Arrow Connector 34"/>
              <p:cNvCxnSpPr/>
              <p:nvPr/>
            </p:nvCxnSpPr>
            <p:spPr>
              <a:xfrm flipH="1">
                <a:off x="8750520" y="1636920"/>
                <a:ext cx="1366920" cy="117288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tailEnd type="triangle" w="med" len="med"/>
              </a:ln>
            </p:spPr>
          </p:cxnSp>
          <p:cxnSp>
            <p:nvCxnSpPr>
              <p:cNvPr id="220" name="Straight Arrow Connector 35"/>
              <p:cNvCxnSpPr/>
              <p:nvPr/>
            </p:nvCxnSpPr>
            <p:spPr>
              <a:xfrm>
                <a:off x="10116720" y="1636920"/>
                <a:ext cx="14040" cy="117396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tailEnd type="triangle" w="med" len="med"/>
              </a:ln>
            </p:spPr>
          </p:cxnSp>
          <p:cxnSp>
            <p:nvCxnSpPr>
              <p:cNvPr id="221" name="Straight Arrow Connector 36"/>
              <p:cNvCxnSpPr/>
              <p:nvPr/>
            </p:nvCxnSpPr>
            <p:spPr>
              <a:xfrm>
                <a:off x="10116720" y="1636920"/>
                <a:ext cx="1393920" cy="117288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round/>
                <a:tailEnd type="triangle" w="med" len="med"/>
              </a:ln>
            </p:spPr>
          </p:cxnSp>
        </p:grpSp>
        <p:sp>
          <p:nvSpPr>
            <p:cNvPr id="222" name="Oval 69"/>
            <p:cNvSpPr/>
            <p:nvPr/>
          </p:nvSpPr>
          <p:spPr>
            <a:xfrm>
              <a:off x="8430480" y="4345560"/>
              <a:ext cx="639360" cy="6393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400" b="0" strike="noStrike" spc="-1" baseline="-25000">
                  <a:solidFill>
                    <a:schemeClr val="dk1"/>
                  </a:solidFill>
                  <a:latin typeface="Times New Roman"/>
                </a:rPr>
                <a:t>p1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23" name="Straight Arrow Connector 71"/>
            <p:cNvCxnSpPr>
              <a:stCxn id="222" idx="0"/>
              <a:endCxn id="215" idx="2"/>
            </p:cNvCxnSpPr>
            <p:nvPr/>
          </p:nvCxnSpPr>
          <p:spPr>
            <a:xfrm flipV="1">
              <a:off x="8750160" y="3960720"/>
              <a:ext cx="360" cy="38520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224" name="Oval 72"/>
            <p:cNvSpPr/>
            <p:nvPr/>
          </p:nvSpPr>
          <p:spPr>
            <a:xfrm>
              <a:off x="9810360" y="4345560"/>
              <a:ext cx="639360" cy="6393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400" b="0" strike="noStrike" spc="-1" baseline="-25000">
                  <a:solidFill>
                    <a:schemeClr val="dk1"/>
                  </a:solidFill>
                  <a:latin typeface="Times New Roman"/>
                </a:rPr>
                <a:t>p2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25" name="Straight Arrow Connector 73"/>
            <p:cNvCxnSpPr>
              <a:stCxn id="224" idx="0"/>
              <a:endCxn id="216" idx="2"/>
            </p:cNvCxnSpPr>
            <p:nvPr/>
          </p:nvCxnSpPr>
          <p:spPr>
            <a:xfrm flipV="1">
              <a:off x="10130040" y="3961440"/>
              <a:ext cx="360" cy="38448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226" name="Oval 74"/>
            <p:cNvSpPr/>
            <p:nvPr/>
          </p:nvSpPr>
          <p:spPr>
            <a:xfrm>
              <a:off x="11190240" y="4345560"/>
              <a:ext cx="639360" cy="6393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strike="noStrike" spc="-1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lang="en-US" sz="1400" b="0" strike="noStrike" spc="-1" baseline="-25000">
                  <a:solidFill>
                    <a:schemeClr val="dk1"/>
                  </a:solidFill>
                  <a:latin typeface="Times New Roman"/>
                </a:rPr>
                <a:t>p3</a:t>
              </a:r>
              <a:endParaRPr lang="en-DK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27" name="Straight Arrow Connector 75"/>
            <p:cNvCxnSpPr>
              <a:stCxn id="226" idx="0"/>
              <a:endCxn id="217" idx="2"/>
            </p:cNvCxnSpPr>
            <p:nvPr/>
          </p:nvCxnSpPr>
          <p:spPr>
            <a:xfrm flipV="1">
              <a:off x="11509920" y="3960720"/>
              <a:ext cx="360" cy="385200"/>
            </a:xfrm>
            <a:prstGeom prst="straightConnector1">
              <a:avLst/>
            </a:prstGeom>
            <a:ln w="19050">
              <a:solidFill>
                <a:srgbClr val="000000"/>
              </a:solidFill>
              <a:round/>
              <a:tailEnd type="triangle" w="med" len="med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FC00-FA3E-78AF-CCF9-7A96CC3D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1">
            <a:extLst>
              <a:ext uri="{FF2B5EF4-FFF2-40B4-BE49-F238E27FC236}">
                <a16:creationId xmlns:a16="http://schemas.microsoft.com/office/drawing/2014/main" id="{EEB62930-EA2F-FC68-12E8-B4D3ED49EAEF}"/>
              </a:ext>
            </a:extLst>
          </p:cNvPr>
          <p:cNvGrpSpPr>
            <a:grpSpLocks noChangeAspect="1"/>
          </p:cNvGrpSpPr>
          <p:nvPr/>
        </p:nvGrpSpPr>
        <p:grpSpPr>
          <a:xfrm>
            <a:off x="2803883" y="189000"/>
            <a:ext cx="6584233" cy="6480000"/>
            <a:chOff x="877320" y="583200"/>
            <a:chExt cx="3911040" cy="3849120"/>
          </a:xfrm>
        </p:grpSpPr>
        <p:sp>
          <p:nvSpPr>
            <p:cNvPr id="200" name="Rectangle 3">
              <a:extLst>
                <a:ext uri="{FF2B5EF4-FFF2-40B4-BE49-F238E27FC236}">
                  <a16:creationId xmlns:a16="http://schemas.microsoft.com/office/drawing/2014/main" id="{372BE01C-6257-FEE4-6B6E-2486B16C73DB}"/>
                </a:ext>
              </a:extLst>
            </p:cNvPr>
            <p:cNvSpPr/>
            <p:nvPr/>
          </p:nvSpPr>
          <p:spPr>
            <a:xfrm>
              <a:off x="877320" y="3279960"/>
              <a:ext cx="1151280" cy="115128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7200" spc="-1" dirty="0">
                  <a:solidFill>
                    <a:schemeClr val="dk1"/>
                  </a:solidFill>
                  <a:latin typeface="Times New Roman"/>
                </a:rPr>
                <a:t>Y</a:t>
              </a:r>
              <a:r>
                <a:rPr lang="en-US" sz="7200" spc="-1" baseline="-25000" dirty="0">
                  <a:solidFill>
                    <a:schemeClr val="dk1"/>
                  </a:solidFill>
                  <a:latin typeface="Times New Roman"/>
                </a:rPr>
                <a:t>1</a:t>
              </a:r>
              <a:endParaRPr lang="en-DK" sz="7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" name="Rectangle 4">
              <a:extLst>
                <a:ext uri="{FF2B5EF4-FFF2-40B4-BE49-F238E27FC236}">
                  <a16:creationId xmlns:a16="http://schemas.microsoft.com/office/drawing/2014/main" id="{53E15E2B-762B-415F-F75F-BCAABDB6C071}"/>
                </a:ext>
              </a:extLst>
            </p:cNvPr>
            <p:cNvSpPr/>
            <p:nvPr/>
          </p:nvSpPr>
          <p:spPr>
            <a:xfrm>
              <a:off x="2257200" y="3281040"/>
              <a:ext cx="1151280" cy="115128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7200" spc="-1" dirty="0">
                  <a:solidFill>
                    <a:schemeClr val="dk1"/>
                  </a:solidFill>
                  <a:latin typeface="Times New Roman"/>
                </a:rPr>
                <a:t>Y</a:t>
              </a:r>
              <a:r>
                <a:rPr lang="en-US" sz="7200" spc="-1" baseline="-25000" dirty="0">
                  <a:solidFill>
                    <a:schemeClr val="dk1"/>
                  </a:solidFill>
                  <a:latin typeface="Times New Roman"/>
                </a:rPr>
                <a:t>2</a:t>
              </a:r>
              <a:endParaRPr lang="en-DK" sz="7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" name="Rectangle 5">
              <a:extLst>
                <a:ext uri="{FF2B5EF4-FFF2-40B4-BE49-F238E27FC236}">
                  <a16:creationId xmlns:a16="http://schemas.microsoft.com/office/drawing/2014/main" id="{2A4BF9D1-F220-8580-2860-2CC99EF6E386}"/>
                </a:ext>
              </a:extLst>
            </p:cNvPr>
            <p:cNvSpPr/>
            <p:nvPr/>
          </p:nvSpPr>
          <p:spPr>
            <a:xfrm>
              <a:off x="3637080" y="3279960"/>
              <a:ext cx="1151280" cy="115128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7200" spc="-1" dirty="0">
                  <a:solidFill>
                    <a:schemeClr val="dk1"/>
                  </a:solidFill>
                  <a:latin typeface="Times New Roman"/>
                </a:rPr>
                <a:t>Y</a:t>
              </a:r>
              <a:r>
                <a:rPr lang="en-US" sz="7200" b="0" strike="noStrike" spc="-1" baseline="-25000" dirty="0">
                  <a:solidFill>
                    <a:schemeClr val="dk1"/>
                  </a:solidFill>
                  <a:latin typeface="Times New Roman"/>
                </a:rPr>
                <a:t>3</a:t>
              </a:r>
              <a:endParaRPr lang="en-DK" sz="7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Oval 6">
              <a:extLst>
                <a:ext uri="{FF2B5EF4-FFF2-40B4-BE49-F238E27FC236}">
                  <a16:creationId xmlns:a16="http://schemas.microsoft.com/office/drawing/2014/main" id="{91DE5339-8E69-107B-2D4B-83C133006A84}"/>
                </a:ext>
              </a:extLst>
            </p:cNvPr>
            <p:cNvSpPr/>
            <p:nvPr/>
          </p:nvSpPr>
          <p:spPr>
            <a:xfrm>
              <a:off x="2067840" y="583200"/>
              <a:ext cx="1535400" cy="15354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571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DK" sz="115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4" name="Straight Arrow Connector 7">
              <a:extLst>
                <a:ext uri="{FF2B5EF4-FFF2-40B4-BE49-F238E27FC236}">
                  <a16:creationId xmlns:a16="http://schemas.microsoft.com/office/drawing/2014/main" id="{159F9887-B6C3-5157-92C3-8CCF92B07E04}"/>
                </a:ext>
              </a:extLst>
            </p:cNvPr>
            <p:cNvCxnSpPr/>
            <p:nvPr/>
          </p:nvCxnSpPr>
          <p:spPr>
            <a:xfrm flipH="1">
              <a:off x="1453320" y="2119320"/>
              <a:ext cx="1383120" cy="1161360"/>
            </a:xfrm>
            <a:prstGeom prst="straightConnector1">
              <a:avLst/>
            </a:prstGeom>
            <a:ln w="571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05" name="Straight Arrow Connector 13">
              <a:extLst>
                <a:ext uri="{FF2B5EF4-FFF2-40B4-BE49-F238E27FC236}">
                  <a16:creationId xmlns:a16="http://schemas.microsoft.com/office/drawing/2014/main" id="{119E7FA4-BF4E-F20B-4298-34543E5AEBAC}"/>
                </a:ext>
              </a:extLst>
            </p:cNvPr>
            <p:cNvCxnSpPr/>
            <p:nvPr/>
          </p:nvCxnSpPr>
          <p:spPr>
            <a:xfrm flipH="1">
              <a:off x="2833200" y="2119320"/>
              <a:ext cx="3240" cy="1162440"/>
            </a:xfrm>
            <a:prstGeom prst="straightConnector1">
              <a:avLst/>
            </a:prstGeom>
            <a:ln w="571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06" name="Straight Arrow Connector 14">
              <a:extLst>
                <a:ext uri="{FF2B5EF4-FFF2-40B4-BE49-F238E27FC236}">
                  <a16:creationId xmlns:a16="http://schemas.microsoft.com/office/drawing/2014/main" id="{2D5AD472-1D7C-666D-26F5-AB1D59F44C7B}"/>
                </a:ext>
              </a:extLst>
            </p:cNvPr>
            <p:cNvCxnSpPr/>
            <p:nvPr/>
          </p:nvCxnSpPr>
          <p:spPr>
            <a:xfrm>
              <a:off x="2835720" y="2119320"/>
              <a:ext cx="1377720" cy="1161360"/>
            </a:xfrm>
            <a:prstGeom prst="straightConnector1">
              <a:avLst/>
            </a:prstGeom>
            <a:ln w="571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6656623-3357-5C1F-EBA9-601E67DEBE27}"/>
              </a:ext>
            </a:extLst>
          </p:cNvPr>
          <p:cNvSpPr txBox="1"/>
          <p:nvPr/>
        </p:nvSpPr>
        <p:spPr>
          <a:xfrm>
            <a:off x="5650762" y="419661"/>
            <a:ext cx="890473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nl-NL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23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7DD5B-1899-3184-0B9E-C507F428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1">
            <a:extLst>
              <a:ext uri="{FF2B5EF4-FFF2-40B4-BE49-F238E27FC236}">
                <a16:creationId xmlns:a16="http://schemas.microsoft.com/office/drawing/2014/main" id="{3FDA1779-B2D9-115D-DE88-197540704BE4}"/>
              </a:ext>
            </a:extLst>
          </p:cNvPr>
          <p:cNvGrpSpPr>
            <a:grpSpLocks noChangeAspect="1"/>
          </p:cNvGrpSpPr>
          <p:nvPr/>
        </p:nvGrpSpPr>
        <p:grpSpPr>
          <a:xfrm>
            <a:off x="3504000" y="164046"/>
            <a:ext cx="5184000" cy="5101937"/>
            <a:chOff x="877320" y="583200"/>
            <a:chExt cx="3911040" cy="3849120"/>
          </a:xfrm>
        </p:grpSpPr>
        <p:sp>
          <p:nvSpPr>
            <p:cNvPr id="200" name="Rectangle 3">
              <a:extLst>
                <a:ext uri="{FF2B5EF4-FFF2-40B4-BE49-F238E27FC236}">
                  <a16:creationId xmlns:a16="http://schemas.microsoft.com/office/drawing/2014/main" id="{40DE9E9A-7D49-5B1F-D1BF-D5D0DDBC09D8}"/>
                </a:ext>
              </a:extLst>
            </p:cNvPr>
            <p:cNvSpPr/>
            <p:nvPr/>
          </p:nvSpPr>
          <p:spPr>
            <a:xfrm>
              <a:off x="877320" y="3279960"/>
              <a:ext cx="1151280" cy="11512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6000" spc="-1" dirty="0">
                  <a:solidFill>
                    <a:schemeClr val="dk1"/>
                  </a:solidFill>
                  <a:latin typeface="Times New Roman"/>
                </a:rPr>
                <a:t>Y</a:t>
              </a:r>
              <a:r>
                <a:rPr lang="en-US" sz="6000" spc="-1" baseline="-25000" dirty="0">
                  <a:solidFill>
                    <a:schemeClr val="dk1"/>
                  </a:solidFill>
                  <a:latin typeface="Times New Roman"/>
                </a:rPr>
                <a:t>1</a:t>
              </a:r>
              <a:endParaRPr lang="en-DK" sz="6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" name="Rectangle 4">
              <a:extLst>
                <a:ext uri="{FF2B5EF4-FFF2-40B4-BE49-F238E27FC236}">
                  <a16:creationId xmlns:a16="http://schemas.microsoft.com/office/drawing/2014/main" id="{727A9C83-DB8B-F40E-8D7D-DD6ABE678472}"/>
                </a:ext>
              </a:extLst>
            </p:cNvPr>
            <p:cNvSpPr/>
            <p:nvPr/>
          </p:nvSpPr>
          <p:spPr>
            <a:xfrm>
              <a:off x="2257200" y="3281040"/>
              <a:ext cx="1151280" cy="11512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6000" spc="-1" dirty="0">
                  <a:solidFill>
                    <a:schemeClr val="dk1"/>
                  </a:solidFill>
                  <a:latin typeface="Times New Roman"/>
                </a:rPr>
                <a:t>Y</a:t>
              </a:r>
              <a:r>
                <a:rPr lang="en-US" sz="6000" spc="-1" baseline="-25000" dirty="0">
                  <a:solidFill>
                    <a:schemeClr val="dk1"/>
                  </a:solidFill>
                  <a:latin typeface="Times New Roman"/>
                </a:rPr>
                <a:t>2</a:t>
              </a:r>
              <a:endParaRPr lang="en-DK" sz="6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" name="Rectangle 5">
              <a:extLst>
                <a:ext uri="{FF2B5EF4-FFF2-40B4-BE49-F238E27FC236}">
                  <a16:creationId xmlns:a16="http://schemas.microsoft.com/office/drawing/2014/main" id="{E2F04D82-23DD-7A30-6FBE-BAF663695AF6}"/>
                </a:ext>
              </a:extLst>
            </p:cNvPr>
            <p:cNvSpPr/>
            <p:nvPr/>
          </p:nvSpPr>
          <p:spPr>
            <a:xfrm>
              <a:off x="3637080" y="3279960"/>
              <a:ext cx="1151280" cy="11512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6000" spc="-1" dirty="0">
                  <a:solidFill>
                    <a:schemeClr val="dk1"/>
                  </a:solidFill>
                  <a:latin typeface="Times New Roman"/>
                </a:rPr>
                <a:t>Y</a:t>
              </a:r>
              <a:r>
                <a:rPr lang="en-US" sz="6000" b="0" strike="noStrike" spc="-1" baseline="-25000" dirty="0">
                  <a:solidFill>
                    <a:schemeClr val="dk1"/>
                  </a:solidFill>
                  <a:latin typeface="Times New Roman"/>
                </a:rPr>
                <a:t>3</a:t>
              </a:r>
              <a:endParaRPr lang="en-DK" sz="6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Oval 6">
              <a:extLst>
                <a:ext uri="{FF2B5EF4-FFF2-40B4-BE49-F238E27FC236}">
                  <a16:creationId xmlns:a16="http://schemas.microsoft.com/office/drawing/2014/main" id="{04AFC090-6CAF-C4A7-A90D-9E5103034599}"/>
                </a:ext>
              </a:extLst>
            </p:cNvPr>
            <p:cNvSpPr/>
            <p:nvPr/>
          </p:nvSpPr>
          <p:spPr>
            <a:xfrm>
              <a:off x="2067840" y="583200"/>
              <a:ext cx="1535400" cy="15354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DK" sz="8800" b="0" strike="noStrike" spc="-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"/>
              </a:endParaRPr>
            </a:p>
          </p:txBody>
        </p:sp>
        <p:cxnSp>
          <p:nvCxnSpPr>
            <p:cNvPr id="204" name="Straight Arrow Connector 7">
              <a:extLst>
                <a:ext uri="{FF2B5EF4-FFF2-40B4-BE49-F238E27FC236}">
                  <a16:creationId xmlns:a16="http://schemas.microsoft.com/office/drawing/2014/main" id="{B449277D-FCF4-BBE2-D868-E6BD97F60D48}"/>
                </a:ext>
              </a:extLst>
            </p:cNvPr>
            <p:cNvCxnSpPr/>
            <p:nvPr/>
          </p:nvCxnSpPr>
          <p:spPr>
            <a:xfrm flipH="1">
              <a:off x="1453320" y="2119320"/>
              <a:ext cx="1383120" cy="116136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05" name="Straight Arrow Connector 13">
              <a:extLst>
                <a:ext uri="{FF2B5EF4-FFF2-40B4-BE49-F238E27FC236}">
                  <a16:creationId xmlns:a16="http://schemas.microsoft.com/office/drawing/2014/main" id="{56C1C1B9-E786-8ABF-24F9-62B19A1FB0D4}"/>
                </a:ext>
              </a:extLst>
            </p:cNvPr>
            <p:cNvCxnSpPr/>
            <p:nvPr/>
          </p:nvCxnSpPr>
          <p:spPr>
            <a:xfrm flipH="1">
              <a:off x="2833200" y="2119320"/>
              <a:ext cx="3240" cy="116244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06" name="Straight Arrow Connector 14">
              <a:extLst>
                <a:ext uri="{FF2B5EF4-FFF2-40B4-BE49-F238E27FC236}">
                  <a16:creationId xmlns:a16="http://schemas.microsoft.com/office/drawing/2014/main" id="{D0016CFE-C764-3888-8EED-7813E234CB4C}"/>
                </a:ext>
              </a:extLst>
            </p:cNvPr>
            <p:cNvCxnSpPr/>
            <p:nvPr/>
          </p:nvCxnSpPr>
          <p:spPr>
            <a:xfrm>
              <a:off x="2835720" y="2119320"/>
              <a:ext cx="1377720" cy="116136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92E2FF0-498E-65DC-D335-A271DE1A93B6}"/>
              </a:ext>
            </a:extLst>
          </p:cNvPr>
          <p:cNvSpPr txBox="1"/>
          <p:nvPr/>
        </p:nvSpPr>
        <p:spPr>
          <a:xfrm>
            <a:off x="5745449" y="301859"/>
            <a:ext cx="701101" cy="1323439"/>
          </a:xfrm>
          <a:prstGeom prst="rect">
            <a:avLst/>
          </a:prstGeom>
          <a:noFill/>
          <a:ln w="38100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l-GR" sz="8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nl-NL" sz="80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4D8E10E-943F-B340-659E-D53D1AB1F7E8}"/>
              </a:ext>
            </a:extLst>
          </p:cNvPr>
          <p:cNvGrpSpPr/>
          <p:nvPr/>
        </p:nvGrpSpPr>
        <p:grpSpPr>
          <a:xfrm>
            <a:off x="3810864" y="5264551"/>
            <a:ext cx="899996" cy="1429403"/>
            <a:chOff x="3810864" y="5264551"/>
            <a:chExt cx="899996" cy="1429403"/>
          </a:xfrm>
        </p:grpSpPr>
        <p:cxnSp>
          <p:nvCxnSpPr>
            <p:cNvPr id="23" name="Straight Arrow Connector 14">
              <a:extLst>
                <a:ext uri="{FF2B5EF4-FFF2-40B4-BE49-F238E27FC236}">
                  <a16:creationId xmlns:a16="http://schemas.microsoft.com/office/drawing/2014/main" id="{CCE0BC44-B075-ABF7-388F-F6D1C4A20CF8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4260862" y="5264551"/>
              <a:ext cx="1" cy="529403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24" name="Oval 6">
              <a:extLst>
                <a:ext uri="{FF2B5EF4-FFF2-40B4-BE49-F238E27FC236}">
                  <a16:creationId xmlns:a16="http://schemas.microsoft.com/office/drawing/2014/main" id="{7925BA52-1217-C846-38E7-C700463C56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10864" y="5793954"/>
              <a:ext cx="899996" cy="90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DK" sz="8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0539E26-4D35-F69D-8240-BAD9422FEE78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>
              <a:off x="4260862" y="5793954"/>
              <a:ext cx="0" cy="45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E99E1DA-3350-B8F5-C361-7522C15B41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0862" y="6243954"/>
              <a:ext cx="377400" cy="2450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1266497-6C1C-5F1D-9008-6FEEB4F3E8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3462" y="6243954"/>
              <a:ext cx="377400" cy="2450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949518C-424B-978B-9E93-B77831F923E1}"/>
              </a:ext>
            </a:extLst>
          </p:cNvPr>
          <p:cNvGrpSpPr/>
          <p:nvPr/>
        </p:nvGrpSpPr>
        <p:grpSpPr>
          <a:xfrm>
            <a:off x="5648626" y="5264551"/>
            <a:ext cx="899996" cy="1429403"/>
            <a:chOff x="3810864" y="5264551"/>
            <a:chExt cx="899996" cy="1429403"/>
          </a:xfrm>
        </p:grpSpPr>
        <p:cxnSp>
          <p:nvCxnSpPr>
            <p:cNvPr id="53" name="Straight Arrow Connector 14">
              <a:extLst>
                <a:ext uri="{FF2B5EF4-FFF2-40B4-BE49-F238E27FC236}">
                  <a16:creationId xmlns:a16="http://schemas.microsoft.com/office/drawing/2014/main" id="{AE295C25-C5FC-8CD0-FE8A-E5EA3515684A}"/>
                </a:ext>
              </a:extLst>
            </p:cNvPr>
            <p:cNvCxnSpPr>
              <a:cxnSpLocks/>
              <a:stCxn id="54" idx="0"/>
            </p:cNvCxnSpPr>
            <p:nvPr/>
          </p:nvCxnSpPr>
          <p:spPr>
            <a:xfrm flipV="1">
              <a:off x="4260862" y="5264551"/>
              <a:ext cx="1" cy="529403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54" name="Oval 6">
              <a:extLst>
                <a:ext uri="{FF2B5EF4-FFF2-40B4-BE49-F238E27FC236}">
                  <a16:creationId xmlns:a16="http://schemas.microsoft.com/office/drawing/2014/main" id="{7105D727-E05A-60ED-07B6-C40CB7246D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10864" y="5793954"/>
              <a:ext cx="899996" cy="90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DK" sz="8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43E2B61-9CF1-10B3-C975-563A27382CC4}"/>
                </a:ext>
              </a:extLst>
            </p:cNvPr>
            <p:cNvCxnSpPr>
              <a:cxnSpLocks/>
              <a:stCxn id="54" idx="0"/>
            </p:cNvCxnSpPr>
            <p:nvPr/>
          </p:nvCxnSpPr>
          <p:spPr>
            <a:xfrm>
              <a:off x="4260862" y="5793954"/>
              <a:ext cx="0" cy="45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BFF1DE0-C0FA-0F06-BA54-A8B5D38502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0862" y="6243954"/>
              <a:ext cx="377400" cy="2450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E31B3BA-CD3B-F74C-9D23-E2EDFAFD39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3462" y="6243954"/>
              <a:ext cx="377400" cy="2450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EA293DE-90F6-9F2F-A1FB-C13E8F0B5699}"/>
              </a:ext>
            </a:extLst>
          </p:cNvPr>
          <p:cNvGrpSpPr/>
          <p:nvPr/>
        </p:nvGrpSpPr>
        <p:grpSpPr>
          <a:xfrm>
            <a:off x="7486388" y="5264551"/>
            <a:ext cx="899996" cy="1429403"/>
            <a:chOff x="3810864" y="5264551"/>
            <a:chExt cx="899996" cy="1429403"/>
          </a:xfrm>
        </p:grpSpPr>
        <p:cxnSp>
          <p:nvCxnSpPr>
            <p:cNvPr id="59" name="Straight Arrow Connector 14">
              <a:extLst>
                <a:ext uri="{FF2B5EF4-FFF2-40B4-BE49-F238E27FC236}">
                  <a16:creationId xmlns:a16="http://schemas.microsoft.com/office/drawing/2014/main" id="{066240DB-4A3E-4AB1-08C1-11331CA641ED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 flipV="1">
              <a:off x="4260862" y="5264551"/>
              <a:ext cx="1" cy="529403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60" name="Oval 6">
              <a:extLst>
                <a:ext uri="{FF2B5EF4-FFF2-40B4-BE49-F238E27FC236}">
                  <a16:creationId xmlns:a16="http://schemas.microsoft.com/office/drawing/2014/main" id="{348AD665-9C38-F963-5289-EBE0412197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10864" y="5793954"/>
              <a:ext cx="899996" cy="90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DK" sz="8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D892DA9-1190-9CD5-F3E7-7FE4CE862F2A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>
              <a:off x="4260862" y="5793954"/>
              <a:ext cx="0" cy="45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5F9934-2215-FF9E-D7CD-D3BC661714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0862" y="6243954"/>
              <a:ext cx="377400" cy="2450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6BEDC44-E1D9-5052-09BB-7675C8CCB7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3462" y="6243954"/>
              <a:ext cx="377400" cy="2450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281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FA00A-AAAD-99B1-2379-F72A00E9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1">
            <a:extLst>
              <a:ext uri="{FF2B5EF4-FFF2-40B4-BE49-F238E27FC236}">
                <a16:creationId xmlns:a16="http://schemas.microsoft.com/office/drawing/2014/main" id="{FD41E3C6-7822-B9EB-88EA-738548108144}"/>
              </a:ext>
            </a:extLst>
          </p:cNvPr>
          <p:cNvGrpSpPr>
            <a:grpSpLocks noChangeAspect="1"/>
          </p:cNvGrpSpPr>
          <p:nvPr/>
        </p:nvGrpSpPr>
        <p:grpSpPr>
          <a:xfrm>
            <a:off x="3504000" y="164046"/>
            <a:ext cx="5184000" cy="5101937"/>
            <a:chOff x="877320" y="583200"/>
            <a:chExt cx="3911040" cy="3849120"/>
          </a:xfrm>
        </p:grpSpPr>
        <p:sp>
          <p:nvSpPr>
            <p:cNvPr id="200" name="Rectangle 3">
              <a:extLst>
                <a:ext uri="{FF2B5EF4-FFF2-40B4-BE49-F238E27FC236}">
                  <a16:creationId xmlns:a16="http://schemas.microsoft.com/office/drawing/2014/main" id="{123BFEF9-0680-9CF5-D77D-DDF8263A5EAF}"/>
                </a:ext>
              </a:extLst>
            </p:cNvPr>
            <p:cNvSpPr/>
            <p:nvPr/>
          </p:nvSpPr>
          <p:spPr>
            <a:xfrm>
              <a:off x="877320" y="3279960"/>
              <a:ext cx="1151280" cy="11512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6000" spc="-1" dirty="0">
                  <a:solidFill>
                    <a:schemeClr val="dk1"/>
                  </a:solidFill>
                  <a:latin typeface="Times New Roman"/>
                </a:rPr>
                <a:t>Y</a:t>
              </a:r>
              <a:r>
                <a:rPr lang="en-US" sz="6000" spc="-1" baseline="-25000" dirty="0">
                  <a:solidFill>
                    <a:schemeClr val="dk1"/>
                  </a:solidFill>
                  <a:latin typeface="Times New Roman"/>
                </a:rPr>
                <a:t>1</a:t>
              </a:r>
              <a:endParaRPr lang="en-DK" sz="6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" name="Rectangle 4">
              <a:extLst>
                <a:ext uri="{FF2B5EF4-FFF2-40B4-BE49-F238E27FC236}">
                  <a16:creationId xmlns:a16="http://schemas.microsoft.com/office/drawing/2014/main" id="{F902FBFE-72F8-1574-1383-67E2A231F127}"/>
                </a:ext>
              </a:extLst>
            </p:cNvPr>
            <p:cNvSpPr/>
            <p:nvPr/>
          </p:nvSpPr>
          <p:spPr>
            <a:xfrm>
              <a:off x="2257200" y="3281040"/>
              <a:ext cx="1151280" cy="11512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6000" spc="-1" dirty="0">
                  <a:solidFill>
                    <a:schemeClr val="dk1"/>
                  </a:solidFill>
                  <a:latin typeface="Times New Roman"/>
                </a:rPr>
                <a:t>Y</a:t>
              </a:r>
              <a:r>
                <a:rPr lang="en-US" sz="6000" spc="-1" baseline="-25000" dirty="0">
                  <a:solidFill>
                    <a:schemeClr val="dk1"/>
                  </a:solidFill>
                  <a:latin typeface="Times New Roman"/>
                </a:rPr>
                <a:t>2</a:t>
              </a:r>
              <a:endParaRPr lang="en-DK" sz="6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" name="Rectangle 5">
              <a:extLst>
                <a:ext uri="{FF2B5EF4-FFF2-40B4-BE49-F238E27FC236}">
                  <a16:creationId xmlns:a16="http://schemas.microsoft.com/office/drawing/2014/main" id="{1D66EC56-8A83-3086-C2BF-076005A7B017}"/>
                </a:ext>
              </a:extLst>
            </p:cNvPr>
            <p:cNvSpPr/>
            <p:nvPr/>
          </p:nvSpPr>
          <p:spPr>
            <a:xfrm>
              <a:off x="3637080" y="3279960"/>
              <a:ext cx="1151280" cy="11512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horzOverflow="overflow" lIns="90000" tIns="45000" rIns="90000" bIns="45000" numCol="1" spcCol="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6000" spc="-1" dirty="0">
                  <a:solidFill>
                    <a:schemeClr val="dk1"/>
                  </a:solidFill>
                  <a:latin typeface="Times New Roman"/>
                </a:rPr>
                <a:t>Y</a:t>
              </a:r>
              <a:r>
                <a:rPr lang="en-US" sz="6000" b="0" strike="noStrike" spc="-1" baseline="-25000" dirty="0">
                  <a:solidFill>
                    <a:schemeClr val="dk1"/>
                  </a:solidFill>
                  <a:latin typeface="Times New Roman"/>
                </a:rPr>
                <a:t>3</a:t>
              </a:r>
              <a:endParaRPr lang="en-DK" sz="6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Oval 6">
              <a:extLst>
                <a:ext uri="{FF2B5EF4-FFF2-40B4-BE49-F238E27FC236}">
                  <a16:creationId xmlns:a16="http://schemas.microsoft.com/office/drawing/2014/main" id="{DCF291C3-5069-B922-B453-C39AF46BF7DB}"/>
                </a:ext>
              </a:extLst>
            </p:cNvPr>
            <p:cNvSpPr/>
            <p:nvPr/>
          </p:nvSpPr>
          <p:spPr>
            <a:xfrm>
              <a:off x="2067840" y="583200"/>
              <a:ext cx="1535400" cy="153540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DK" sz="8800" b="0" strike="noStrike" spc="-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"/>
              </a:endParaRPr>
            </a:p>
          </p:txBody>
        </p:sp>
        <p:cxnSp>
          <p:nvCxnSpPr>
            <p:cNvPr id="204" name="Straight Arrow Connector 7">
              <a:extLst>
                <a:ext uri="{FF2B5EF4-FFF2-40B4-BE49-F238E27FC236}">
                  <a16:creationId xmlns:a16="http://schemas.microsoft.com/office/drawing/2014/main" id="{F16359F6-E609-03F3-7A47-27DF9D22FE8D}"/>
                </a:ext>
              </a:extLst>
            </p:cNvPr>
            <p:cNvCxnSpPr/>
            <p:nvPr/>
          </p:nvCxnSpPr>
          <p:spPr>
            <a:xfrm flipH="1">
              <a:off x="1453320" y="2119320"/>
              <a:ext cx="1383120" cy="116136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05" name="Straight Arrow Connector 13">
              <a:extLst>
                <a:ext uri="{FF2B5EF4-FFF2-40B4-BE49-F238E27FC236}">
                  <a16:creationId xmlns:a16="http://schemas.microsoft.com/office/drawing/2014/main" id="{C9045CAF-133D-1EFC-37F9-894A427C0E6F}"/>
                </a:ext>
              </a:extLst>
            </p:cNvPr>
            <p:cNvCxnSpPr/>
            <p:nvPr/>
          </p:nvCxnSpPr>
          <p:spPr>
            <a:xfrm flipH="1">
              <a:off x="2833200" y="2119320"/>
              <a:ext cx="3240" cy="116244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cxnSp>
          <p:nvCxnSpPr>
            <p:cNvPr id="206" name="Straight Arrow Connector 14">
              <a:extLst>
                <a:ext uri="{FF2B5EF4-FFF2-40B4-BE49-F238E27FC236}">
                  <a16:creationId xmlns:a16="http://schemas.microsoft.com/office/drawing/2014/main" id="{5C3E84FF-C0AA-1B2D-E0C5-E661E1BE3F53}"/>
                </a:ext>
              </a:extLst>
            </p:cNvPr>
            <p:cNvCxnSpPr/>
            <p:nvPr/>
          </p:nvCxnSpPr>
          <p:spPr>
            <a:xfrm>
              <a:off x="2835720" y="2119320"/>
              <a:ext cx="1377720" cy="1161360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30EED2F-C634-BB23-3714-BA62342B061A}"/>
              </a:ext>
            </a:extLst>
          </p:cNvPr>
          <p:cNvSpPr txBox="1"/>
          <p:nvPr/>
        </p:nvSpPr>
        <p:spPr>
          <a:xfrm>
            <a:off x="5745449" y="301859"/>
            <a:ext cx="701101" cy="1323439"/>
          </a:xfrm>
          <a:prstGeom prst="rect">
            <a:avLst/>
          </a:prstGeom>
          <a:noFill/>
          <a:ln w="38100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l-GR" sz="8000" dirty="0">
                <a:ln>
                  <a:solidFill>
                    <a:schemeClr val="tx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nl-NL" sz="8000" dirty="0">
              <a:ln>
                <a:solidFill>
                  <a:schemeClr val="tx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14">
            <a:extLst>
              <a:ext uri="{FF2B5EF4-FFF2-40B4-BE49-F238E27FC236}">
                <a16:creationId xmlns:a16="http://schemas.microsoft.com/office/drawing/2014/main" id="{607E8731-AADD-CC22-D0AB-9DB06D867DC8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4260862" y="5264551"/>
            <a:ext cx="1" cy="529403"/>
          </a:xfrm>
          <a:prstGeom prst="straightConnector1">
            <a:avLst/>
          </a:prstGeom>
          <a:ln w="38100">
            <a:solidFill>
              <a:srgbClr val="000000"/>
            </a:solidFill>
            <a:round/>
            <a:headEnd type="none" w="med" len="med"/>
            <a:tailEnd type="arrow" w="med" len="med"/>
          </a:ln>
        </p:spPr>
      </p:cxnSp>
      <p:sp>
        <p:nvSpPr>
          <p:cNvPr id="24" name="Oval 6">
            <a:extLst>
              <a:ext uri="{FF2B5EF4-FFF2-40B4-BE49-F238E27FC236}">
                <a16:creationId xmlns:a16="http://schemas.microsoft.com/office/drawing/2014/main" id="{7B123960-87D8-F61A-03B6-D54CA58A3808}"/>
              </a:ext>
            </a:extLst>
          </p:cNvPr>
          <p:cNvSpPr>
            <a:spLocks noChangeAspect="1"/>
          </p:cNvSpPr>
          <p:nvPr/>
        </p:nvSpPr>
        <p:spPr>
          <a:xfrm>
            <a:off x="3810864" y="5793954"/>
            <a:ext cx="899996" cy="90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-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DK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4ACCA18-921D-A1C7-C2BB-9FFCA15D909B}"/>
              </a:ext>
            </a:extLst>
          </p:cNvPr>
          <p:cNvGrpSpPr/>
          <p:nvPr/>
        </p:nvGrpSpPr>
        <p:grpSpPr>
          <a:xfrm>
            <a:off x="5648626" y="5264551"/>
            <a:ext cx="899996" cy="1429403"/>
            <a:chOff x="3810864" y="5264551"/>
            <a:chExt cx="899996" cy="1429403"/>
          </a:xfrm>
        </p:grpSpPr>
        <p:cxnSp>
          <p:nvCxnSpPr>
            <p:cNvPr id="53" name="Straight Arrow Connector 14">
              <a:extLst>
                <a:ext uri="{FF2B5EF4-FFF2-40B4-BE49-F238E27FC236}">
                  <a16:creationId xmlns:a16="http://schemas.microsoft.com/office/drawing/2014/main" id="{5997B55F-DC1E-58D1-EC1F-CCF0747BD42B}"/>
                </a:ext>
              </a:extLst>
            </p:cNvPr>
            <p:cNvCxnSpPr>
              <a:cxnSpLocks/>
              <a:stCxn id="54" idx="0"/>
            </p:cNvCxnSpPr>
            <p:nvPr/>
          </p:nvCxnSpPr>
          <p:spPr>
            <a:xfrm flipV="1">
              <a:off x="4260862" y="5264551"/>
              <a:ext cx="1" cy="529403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54" name="Oval 6">
              <a:extLst>
                <a:ext uri="{FF2B5EF4-FFF2-40B4-BE49-F238E27FC236}">
                  <a16:creationId xmlns:a16="http://schemas.microsoft.com/office/drawing/2014/main" id="{C9B4697B-EB99-AB62-04E8-35F61EEB9E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10864" y="5793954"/>
              <a:ext cx="899996" cy="90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3600" spc="-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sz="3600" spc="-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DK" sz="3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6484C52-CEC8-C2EF-7540-EABAE25A7414}"/>
              </a:ext>
            </a:extLst>
          </p:cNvPr>
          <p:cNvGrpSpPr/>
          <p:nvPr/>
        </p:nvGrpSpPr>
        <p:grpSpPr>
          <a:xfrm>
            <a:off x="7486388" y="5264551"/>
            <a:ext cx="899996" cy="1429403"/>
            <a:chOff x="3810864" y="5264551"/>
            <a:chExt cx="899996" cy="1429403"/>
          </a:xfrm>
        </p:grpSpPr>
        <p:cxnSp>
          <p:nvCxnSpPr>
            <p:cNvPr id="59" name="Straight Arrow Connector 14">
              <a:extLst>
                <a:ext uri="{FF2B5EF4-FFF2-40B4-BE49-F238E27FC236}">
                  <a16:creationId xmlns:a16="http://schemas.microsoft.com/office/drawing/2014/main" id="{A03C9900-64EB-60C2-CB3C-669F16A4CD8D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 flipV="1">
              <a:off x="4260862" y="5264551"/>
              <a:ext cx="1" cy="529403"/>
            </a:xfrm>
            <a:prstGeom prst="straightConnector1">
              <a:avLst/>
            </a:prstGeom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</p:cxnSp>
        <p:sp>
          <p:nvSpPr>
            <p:cNvPr id="60" name="Oval 6">
              <a:extLst>
                <a:ext uri="{FF2B5EF4-FFF2-40B4-BE49-F238E27FC236}">
                  <a16:creationId xmlns:a16="http://schemas.microsoft.com/office/drawing/2014/main" id="{73FA4775-008F-6916-3150-95AB47D739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10864" y="5793954"/>
              <a:ext cx="899996" cy="90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3600" spc="-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sz="3600" spc="-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DK" sz="3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1630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1C2F3AB-61EC-6EE0-FC51-7189665119F5}"/>
                  </a:ext>
                </a:extLst>
              </p14:cNvPr>
              <p14:cNvContentPartPr/>
              <p14:nvPr/>
            </p14:nvContentPartPr>
            <p14:xfrm>
              <a:off x="848893" y="2768207"/>
              <a:ext cx="30600" cy="7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1C2F3AB-61EC-6EE0-FC51-7189665119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1253" y="2660567"/>
                <a:ext cx="662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74073CB-EC30-D2FE-85D5-386615377E70}"/>
                  </a:ext>
                </a:extLst>
              </p14:cNvPr>
              <p14:cNvContentPartPr/>
              <p14:nvPr/>
            </p14:nvContentPartPr>
            <p14:xfrm>
              <a:off x="4612770" y="596057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74073CB-EC30-D2FE-85D5-386615377E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4770" y="488057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B003518-83D3-6F66-D984-7A38AB5C04CC}"/>
              </a:ext>
            </a:extLst>
          </p:cNvPr>
          <p:cNvGrpSpPr/>
          <p:nvPr/>
        </p:nvGrpSpPr>
        <p:grpSpPr>
          <a:xfrm>
            <a:off x="3396000" y="732101"/>
            <a:ext cx="5400000" cy="5393797"/>
            <a:chOff x="3018965" y="1114650"/>
            <a:chExt cx="5400000" cy="539379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2AA2105-86C8-A888-8C44-323F8585C1B3}"/>
                </a:ext>
              </a:extLst>
            </p:cNvPr>
            <p:cNvSpPr/>
            <p:nvPr/>
          </p:nvSpPr>
          <p:spPr>
            <a:xfrm>
              <a:off x="3918965" y="2908447"/>
              <a:ext cx="3600000" cy="360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E2B7B0B-EC0F-F066-EAD3-ED86310A554E}"/>
                </a:ext>
              </a:extLst>
            </p:cNvPr>
            <p:cNvSpPr/>
            <p:nvPr/>
          </p:nvSpPr>
          <p:spPr>
            <a:xfrm>
              <a:off x="3018965" y="1114650"/>
              <a:ext cx="3600000" cy="360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1AA391E-8F21-0C46-270B-78228518C706}"/>
                </a:ext>
              </a:extLst>
            </p:cNvPr>
            <p:cNvSpPr/>
            <p:nvPr/>
          </p:nvSpPr>
          <p:spPr>
            <a:xfrm>
              <a:off x="4818965" y="1126697"/>
              <a:ext cx="3600000" cy="360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4EA5E8-6D0B-67B0-D888-8EE58E6BC70D}"/>
                    </a:ext>
                  </a:extLst>
                </p14:cNvPr>
                <p14:cNvContentPartPr/>
                <p14:nvPr/>
              </p14:nvContentPartPr>
              <p14:xfrm>
                <a:off x="4539330" y="1126697"/>
                <a:ext cx="3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4EA5E8-6D0B-67B0-D888-8EE58E6BC7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20610" y="1107617"/>
                  <a:ext cx="38160" cy="38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24046CA-2F67-657B-CD11-BC751A4F1EC3}"/>
              </a:ext>
            </a:extLst>
          </p:cNvPr>
          <p:cNvSpPr txBox="1"/>
          <p:nvPr/>
        </p:nvSpPr>
        <p:spPr>
          <a:xfrm>
            <a:off x="4153980" y="1498188"/>
            <a:ext cx="10420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2FEBA-F5D1-F9AC-D16A-FAFF9E30D6E3}"/>
              </a:ext>
            </a:extLst>
          </p:cNvPr>
          <p:cNvSpPr txBox="1"/>
          <p:nvPr/>
        </p:nvSpPr>
        <p:spPr>
          <a:xfrm>
            <a:off x="6996000" y="1498187"/>
            <a:ext cx="10420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39EDF-6166-AD55-3F9D-BA569EAAB527}"/>
              </a:ext>
            </a:extLst>
          </p:cNvPr>
          <p:cNvSpPr txBox="1"/>
          <p:nvPr/>
        </p:nvSpPr>
        <p:spPr>
          <a:xfrm>
            <a:off x="5574990" y="4219359"/>
            <a:ext cx="10420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562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6EA8-59E8-3E51-3104-6D6BB4AE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61BB795-2ACF-F5F6-0C93-F7EA986AEA72}"/>
                  </a:ext>
                </a:extLst>
              </p14:cNvPr>
              <p14:cNvContentPartPr/>
              <p14:nvPr/>
            </p14:nvContentPartPr>
            <p14:xfrm>
              <a:off x="848893" y="2768207"/>
              <a:ext cx="30600" cy="7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61BB795-2ACF-F5F6-0C93-F7EA986AEA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1253" y="2660567"/>
                <a:ext cx="662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6EF929A-7FBF-DB1A-ADFB-041DFBFACB08}"/>
                  </a:ext>
                </a:extLst>
              </p14:cNvPr>
              <p14:cNvContentPartPr/>
              <p14:nvPr/>
            </p14:nvContentPartPr>
            <p14:xfrm>
              <a:off x="4612770" y="596057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6EF929A-7FBF-DB1A-ADFB-041DFBFACB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4770" y="488057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90ECCDB-202A-CAF1-786D-0BA665365631}"/>
              </a:ext>
            </a:extLst>
          </p:cNvPr>
          <p:cNvGrpSpPr/>
          <p:nvPr/>
        </p:nvGrpSpPr>
        <p:grpSpPr>
          <a:xfrm>
            <a:off x="3396000" y="732101"/>
            <a:ext cx="5400000" cy="5393797"/>
            <a:chOff x="3018965" y="1114650"/>
            <a:chExt cx="5400000" cy="539379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49CEFA-7BCA-B63D-1BA4-53296A6BE27F}"/>
                </a:ext>
              </a:extLst>
            </p:cNvPr>
            <p:cNvSpPr/>
            <p:nvPr/>
          </p:nvSpPr>
          <p:spPr>
            <a:xfrm>
              <a:off x="3918965" y="2908447"/>
              <a:ext cx="3600000" cy="360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3FDAB8A-9128-0160-E9B9-9AEF27C6C8B6}"/>
                </a:ext>
              </a:extLst>
            </p:cNvPr>
            <p:cNvSpPr/>
            <p:nvPr/>
          </p:nvSpPr>
          <p:spPr>
            <a:xfrm>
              <a:off x="3018965" y="1114650"/>
              <a:ext cx="3600000" cy="360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7E68732-3EE5-1FA9-3A2A-F7E2219D828D}"/>
                </a:ext>
              </a:extLst>
            </p:cNvPr>
            <p:cNvSpPr/>
            <p:nvPr/>
          </p:nvSpPr>
          <p:spPr>
            <a:xfrm>
              <a:off x="4818965" y="1126697"/>
              <a:ext cx="3600000" cy="360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89F955-2A18-E003-08D0-559044273EB6}"/>
                    </a:ext>
                  </a:extLst>
                </p14:cNvPr>
                <p14:cNvContentPartPr/>
                <p14:nvPr/>
              </p14:nvContentPartPr>
              <p14:xfrm>
                <a:off x="4539330" y="1126697"/>
                <a:ext cx="3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89F955-2A18-E003-08D0-559044273E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20610" y="1107617"/>
                  <a:ext cx="38160" cy="38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34B2971-A820-847A-833D-8511137AFA64}"/>
              </a:ext>
            </a:extLst>
          </p:cNvPr>
          <p:cNvSpPr txBox="1"/>
          <p:nvPr/>
        </p:nvSpPr>
        <p:spPr>
          <a:xfrm>
            <a:off x="4153980" y="1498188"/>
            <a:ext cx="10420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2FA4E-9A2A-6DED-12CB-CB49191ACC1B}"/>
              </a:ext>
            </a:extLst>
          </p:cNvPr>
          <p:cNvSpPr txBox="1"/>
          <p:nvPr/>
        </p:nvSpPr>
        <p:spPr>
          <a:xfrm>
            <a:off x="6996000" y="1498187"/>
            <a:ext cx="10420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8CA98-1C60-9416-1461-9C40C26BFB41}"/>
              </a:ext>
            </a:extLst>
          </p:cNvPr>
          <p:cNvSpPr txBox="1"/>
          <p:nvPr/>
        </p:nvSpPr>
        <p:spPr>
          <a:xfrm>
            <a:off x="5574990" y="4219359"/>
            <a:ext cx="10420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DF073-505F-2B09-4720-900E45237044}"/>
              </a:ext>
            </a:extLst>
          </p:cNvPr>
          <p:cNvSpPr txBox="1"/>
          <p:nvPr/>
        </p:nvSpPr>
        <p:spPr>
          <a:xfrm>
            <a:off x="5574990" y="2544148"/>
            <a:ext cx="10420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</a:p>
        </p:txBody>
      </p:sp>
    </p:spTree>
    <p:extLst>
      <p:ext uri="{BB962C8B-B14F-4D97-AF65-F5344CB8AC3E}">
        <p14:creationId xmlns:p14="http://schemas.microsoft.com/office/powerpoint/2010/main" val="30575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A25133-ABE4-C908-2ECA-91ABD619D7C5}"/>
              </a:ext>
            </a:extLst>
          </p:cNvPr>
          <p:cNvSpPr>
            <a:spLocks/>
          </p:cNvSpPr>
          <p:nvPr/>
        </p:nvSpPr>
        <p:spPr>
          <a:xfrm>
            <a:off x="3705280" y="2078999"/>
            <a:ext cx="1800000" cy="180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2B6164-DD46-304B-00FE-C7281D1B6172}"/>
              </a:ext>
            </a:extLst>
          </p:cNvPr>
          <p:cNvSpPr>
            <a:spLocks/>
          </p:cNvSpPr>
          <p:nvPr/>
        </p:nvSpPr>
        <p:spPr>
          <a:xfrm>
            <a:off x="3695868" y="4075082"/>
            <a:ext cx="1800000" cy="180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FFF02C0-7020-0A96-DCE9-E456D13B0192}"/>
              </a:ext>
            </a:extLst>
          </p:cNvPr>
          <p:cNvGrpSpPr/>
          <p:nvPr/>
        </p:nvGrpSpPr>
        <p:grpSpPr>
          <a:xfrm>
            <a:off x="3695868" y="82916"/>
            <a:ext cx="1800000" cy="1800000"/>
            <a:chOff x="3905701" y="82916"/>
            <a:chExt cx="1800000" cy="18000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6C3F060-89A8-6030-878A-052C03652E62}"/>
                </a:ext>
              </a:extLst>
            </p:cNvPr>
            <p:cNvGrpSpPr/>
            <p:nvPr/>
          </p:nvGrpSpPr>
          <p:grpSpPr>
            <a:xfrm>
              <a:off x="3905701" y="82916"/>
              <a:ext cx="1800000" cy="1800000"/>
              <a:chOff x="2189017" y="1062181"/>
              <a:chExt cx="1800000" cy="1800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C347A5F-9BD6-8F0C-D4EB-B3F4248E75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89017" y="1062181"/>
                <a:ext cx="1800000" cy="18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1490284-5C98-E9BD-452F-2FBF97E04600}"/>
                  </a:ext>
                </a:extLst>
              </p:cNvPr>
              <p:cNvCxnSpPr>
                <a:cxnSpLocks/>
                <a:stCxn id="5" idx="1"/>
                <a:endCxn id="5" idx="3"/>
              </p:cNvCxnSpPr>
              <p:nvPr/>
            </p:nvCxnSpPr>
            <p:spPr>
              <a:xfrm>
                <a:off x="2189017" y="1962181"/>
                <a:ext cx="180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6B33D01-02B2-382B-C7E8-17C0523ECF7D}"/>
                </a:ext>
              </a:extLst>
            </p:cNvPr>
            <p:cNvCxnSpPr>
              <a:cxnSpLocks/>
              <a:stCxn id="5" idx="0"/>
              <a:endCxn id="5" idx="2"/>
            </p:cNvCxnSpPr>
            <p:nvPr/>
          </p:nvCxnSpPr>
          <p:spPr>
            <a:xfrm>
              <a:off x="4805701" y="82916"/>
              <a:ext cx="0" cy="18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1A262C5-44B6-B1C9-4D1D-3A7808E92E7C}"/>
              </a:ext>
            </a:extLst>
          </p:cNvPr>
          <p:cNvSpPr txBox="1"/>
          <p:nvPr/>
        </p:nvSpPr>
        <p:spPr>
          <a:xfrm>
            <a:off x="2667054" y="475084"/>
            <a:ext cx="1038226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623ECD-677B-B160-DBBA-AAC17539D71C}"/>
              </a:ext>
            </a:extLst>
          </p:cNvPr>
          <p:cNvSpPr txBox="1"/>
          <p:nvPr/>
        </p:nvSpPr>
        <p:spPr>
          <a:xfrm>
            <a:off x="2667054" y="2471167"/>
            <a:ext cx="1038226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DB0C3F-A6D4-0878-BBB3-9D97D3DDC514}"/>
              </a:ext>
            </a:extLst>
          </p:cNvPr>
          <p:cNvSpPr txBox="1"/>
          <p:nvPr/>
        </p:nvSpPr>
        <p:spPr>
          <a:xfrm>
            <a:off x="2667054" y="4467249"/>
            <a:ext cx="1038226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D10202-FE85-3AC5-FF54-86D03BEBA246}"/>
              </a:ext>
            </a:extLst>
          </p:cNvPr>
          <p:cNvSpPr txBox="1"/>
          <p:nvPr/>
        </p:nvSpPr>
        <p:spPr>
          <a:xfrm>
            <a:off x="4086167" y="5759421"/>
            <a:ext cx="1038226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BC69CB-9187-AB92-F5FF-08FB6E4C386C}"/>
              </a:ext>
            </a:extLst>
          </p:cNvPr>
          <p:cNvSpPr txBox="1"/>
          <p:nvPr/>
        </p:nvSpPr>
        <p:spPr>
          <a:xfrm>
            <a:off x="6091294" y="5759420"/>
            <a:ext cx="1038226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F53F4D-2C00-6BE3-3D65-5DA37C41687B}"/>
              </a:ext>
            </a:extLst>
          </p:cNvPr>
          <p:cNvSpPr txBox="1"/>
          <p:nvPr/>
        </p:nvSpPr>
        <p:spPr>
          <a:xfrm>
            <a:off x="8105833" y="5759419"/>
            <a:ext cx="1038226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l-NL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l-NL" sz="6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nl-NL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072C7C0-C554-CB02-3C8C-6A1D94AFCE4F}"/>
              </a:ext>
            </a:extLst>
          </p:cNvPr>
          <p:cNvSpPr>
            <a:spLocks/>
          </p:cNvSpPr>
          <p:nvPr/>
        </p:nvSpPr>
        <p:spPr>
          <a:xfrm>
            <a:off x="5710407" y="4075082"/>
            <a:ext cx="1800000" cy="180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2173963-EFB0-F665-394A-7251110315E4}"/>
              </a:ext>
            </a:extLst>
          </p:cNvPr>
          <p:cNvGrpSpPr/>
          <p:nvPr/>
        </p:nvGrpSpPr>
        <p:grpSpPr>
          <a:xfrm>
            <a:off x="5710407" y="2078999"/>
            <a:ext cx="1800000" cy="1800000"/>
            <a:chOff x="3905701" y="82916"/>
            <a:chExt cx="1800000" cy="1800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5D8CF131-6DC7-1C3E-6C1E-4D9BFE4D1C4B}"/>
                </a:ext>
              </a:extLst>
            </p:cNvPr>
            <p:cNvGrpSpPr/>
            <p:nvPr/>
          </p:nvGrpSpPr>
          <p:grpSpPr>
            <a:xfrm>
              <a:off x="3905701" y="82916"/>
              <a:ext cx="1800000" cy="1800000"/>
              <a:chOff x="2189017" y="1062181"/>
              <a:chExt cx="1800000" cy="180000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134FF66-FE7D-B32E-544C-0D4CF33F04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89017" y="1062181"/>
                <a:ext cx="1800000" cy="18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EA58EA0-4774-57C9-60FE-0396C07FC8FC}"/>
                  </a:ext>
                </a:extLst>
              </p:cNvPr>
              <p:cNvCxnSpPr>
                <a:cxnSpLocks/>
                <a:stCxn id="58" idx="1"/>
                <a:endCxn id="58" idx="3"/>
              </p:cNvCxnSpPr>
              <p:nvPr/>
            </p:nvCxnSpPr>
            <p:spPr>
              <a:xfrm>
                <a:off x="2189017" y="1962181"/>
                <a:ext cx="180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9CB1C7B-A0CF-B6E9-592E-E7B19A546D79}"/>
                </a:ext>
              </a:extLst>
            </p:cNvPr>
            <p:cNvCxnSpPr>
              <a:cxnSpLocks/>
              <a:stCxn id="58" idx="0"/>
              <a:endCxn id="58" idx="2"/>
            </p:cNvCxnSpPr>
            <p:nvPr/>
          </p:nvCxnSpPr>
          <p:spPr>
            <a:xfrm>
              <a:off x="4805701" y="82916"/>
              <a:ext cx="0" cy="18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F1ECFF0-615F-32F5-E6A8-014954BED1A8}"/>
              </a:ext>
            </a:extLst>
          </p:cNvPr>
          <p:cNvGrpSpPr/>
          <p:nvPr/>
        </p:nvGrpSpPr>
        <p:grpSpPr>
          <a:xfrm>
            <a:off x="7724946" y="4075082"/>
            <a:ext cx="1800000" cy="1800000"/>
            <a:chOff x="3905701" y="82916"/>
            <a:chExt cx="1800000" cy="18000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FF4F1B6-AD2A-8836-18BF-6EDE662F4ABD}"/>
                </a:ext>
              </a:extLst>
            </p:cNvPr>
            <p:cNvGrpSpPr/>
            <p:nvPr/>
          </p:nvGrpSpPr>
          <p:grpSpPr>
            <a:xfrm>
              <a:off x="3905701" y="82916"/>
              <a:ext cx="1800000" cy="1800000"/>
              <a:chOff x="2189017" y="1062181"/>
              <a:chExt cx="1800000" cy="180000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56FDC8C-B6E0-54A7-50D6-D9BA0481A7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89017" y="1062181"/>
                <a:ext cx="1800000" cy="18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C845F8C-B568-827F-F042-02FD14EEE762}"/>
                  </a:ext>
                </a:extLst>
              </p:cNvPr>
              <p:cNvCxnSpPr>
                <a:cxnSpLocks/>
                <a:stCxn id="63" idx="1"/>
                <a:endCxn id="63" idx="3"/>
              </p:cNvCxnSpPr>
              <p:nvPr/>
            </p:nvCxnSpPr>
            <p:spPr>
              <a:xfrm>
                <a:off x="2189017" y="1962181"/>
                <a:ext cx="180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E4B7675-3DD7-EDE8-5C15-62280307AAD8}"/>
                </a:ext>
              </a:extLst>
            </p:cNvPr>
            <p:cNvCxnSpPr>
              <a:cxnSpLocks/>
              <a:stCxn id="63" idx="0"/>
              <a:endCxn id="63" idx="2"/>
            </p:cNvCxnSpPr>
            <p:nvPr/>
          </p:nvCxnSpPr>
          <p:spPr>
            <a:xfrm>
              <a:off x="4805701" y="82916"/>
              <a:ext cx="0" cy="18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15AA72B-146B-E3C3-C6C7-C919E0B9AA0B}"/>
              </a:ext>
            </a:extLst>
          </p:cNvPr>
          <p:cNvCxnSpPr>
            <a:cxnSpLocks/>
          </p:cNvCxnSpPr>
          <p:nvPr/>
        </p:nvCxnSpPr>
        <p:spPr>
          <a:xfrm>
            <a:off x="3705280" y="2078999"/>
            <a:ext cx="1800000" cy="18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DE4FCC9-AFF8-4802-254C-F5F495C40EB7}"/>
              </a:ext>
            </a:extLst>
          </p:cNvPr>
          <p:cNvCxnSpPr>
            <a:cxnSpLocks/>
          </p:cNvCxnSpPr>
          <p:nvPr/>
        </p:nvCxnSpPr>
        <p:spPr>
          <a:xfrm>
            <a:off x="3695868" y="4075082"/>
            <a:ext cx="1800000" cy="18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64FD41A-CDA3-03A2-253E-E9088F27FBD6}"/>
              </a:ext>
            </a:extLst>
          </p:cNvPr>
          <p:cNvCxnSpPr>
            <a:cxnSpLocks/>
          </p:cNvCxnSpPr>
          <p:nvPr/>
        </p:nvCxnSpPr>
        <p:spPr>
          <a:xfrm>
            <a:off x="5710407" y="4075082"/>
            <a:ext cx="1800000" cy="18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355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Words>141</Words>
  <Application>Microsoft Office PowerPoint</Application>
  <PresentationFormat>Widescreen</PresentationFormat>
  <Paragraphs>114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kylelang</dc:creator>
  <dc:description/>
  <cp:lastModifiedBy>Kyle M. Lang</cp:lastModifiedBy>
  <cp:revision>34</cp:revision>
  <dcterms:created xsi:type="dcterms:W3CDTF">2016-02-19T22:07:14Z</dcterms:created>
  <dcterms:modified xsi:type="dcterms:W3CDTF">2025-09-24T13:07:00Z</dcterms:modified>
  <dc:language>en-DK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Widescreen</vt:lpwstr>
  </property>
  <property fmtid="{D5CDD505-2E9C-101B-9397-08002B2CF9AE}" pid="4" name="Slides">
    <vt:i4>4</vt:i4>
  </property>
</Properties>
</file>